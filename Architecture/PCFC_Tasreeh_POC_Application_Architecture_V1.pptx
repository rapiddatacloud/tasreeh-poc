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8.xml" ContentType="application/vnd.openxmlformats-officedocument.theme+xml"/>
  <Override PartName="/ppt/slideLayouts/slideLayout22.xml" ContentType="application/vnd.openxmlformats-officedocument.presentationml.slideLayout+xml"/>
  <Override PartName="/ppt/theme/theme9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10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1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1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15.xml" ContentType="application/vnd.openxmlformats-officedocument.theme+xml"/>
  <Override PartName="/ppt/tags/tag1.xml" ContentType="application/vnd.openxmlformats-officedocument.presentationml.tags+xml"/>
  <Override PartName="/ppt/theme/theme1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21" r:id="rId2"/>
    <p:sldMasterId id="2147483725" r:id="rId3"/>
    <p:sldMasterId id="2147483746" r:id="rId4"/>
    <p:sldMasterId id="2147483760" r:id="rId5"/>
    <p:sldMasterId id="2147483763" r:id="rId6"/>
    <p:sldMasterId id="2147483773" r:id="rId7"/>
    <p:sldMasterId id="2147483777" r:id="rId8"/>
    <p:sldMasterId id="2147483782" r:id="rId9"/>
    <p:sldMasterId id="2147483796" r:id="rId10"/>
    <p:sldMasterId id="2147483799" r:id="rId11"/>
    <p:sldMasterId id="2147483802" r:id="rId12"/>
    <p:sldMasterId id="2147483809" r:id="rId13"/>
    <p:sldMasterId id="2147483828" r:id="rId14"/>
    <p:sldMasterId id="2147483831" r:id="rId15"/>
  </p:sldMasterIdLst>
  <p:notesMasterIdLst>
    <p:notesMasterId r:id="rId26"/>
  </p:notesMasterIdLst>
  <p:sldIdLst>
    <p:sldId id="256" r:id="rId16"/>
    <p:sldId id="2147483633" r:id="rId17"/>
    <p:sldId id="261" r:id="rId18"/>
    <p:sldId id="2147483634" r:id="rId19"/>
    <p:sldId id="2147483636" r:id="rId20"/>
    <p:sldId id="2147483635" r:id="rId21"/>
    <p:sldId id="2147483637" r:id="rId22"/>
    <p:sldId id="2147483638" r:id="rId23"/>
    <p:sldId id="2147483639" r:id="rId24"/>
    <p:sldId id="285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4FF"/>
    <a:srgbClr val="00A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641BF-6936-420F-B129-55A1B99BE028}" v="235" dt="2025-10-30T20:07:04.7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5" autoAdjust="0"/>
    <p:restoredTop sz="94660"/>
  </p:normalViewPr>
  <p:slideViewPr>
    <p:cSldViewPr>
      <p:cViewPr varScale="1">
        <p:scale>
          <a:sx n="78" d="100"/>
          <a:sy n="78" d="100"/>
        </p:scale>
        <p:origin x="63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19EA5-7D1A-4237-8683-4A0CFE00E97A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41BED-EC94-41EA-8B03-DDCCA183A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49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15.xml"/><Relationship Id="rId1" Type="http://schemas.openxmlformats.org/officeDocument/2006/relationships/tags" Target="../tags/tag1.xml"/><Relationship Id="rId4" Type="http://schemas.openxmlformats.org/officeDocument/2006/relationships/image" Target="../media/image6.jpeg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0849" y="297306"/>
            <a:ext cx="28936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C2C38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5"/>
              </a:spcBef>
            </a:pPr>
            <a:endParaRPr lang="en-US" b="0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C2C38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5"/>
              </a:spcBef>
            </a:pPr>
            <a:endParaRPr lang="en-US" b="0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C2C38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5"/>
              </a:spcBef>
            </a:pPr>
            <a:endParaRPr lang="en-US" b="0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C2C38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5"/>
              </a:spcBef>
            </a:pPr>
            <a:endParaRPr lang="en-US" b="0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C2C38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5"/>
              </a:spcBef>
            </a:pPr>
            <a:endParaRPr lang="en-US" b="0"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46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5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39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4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16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209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823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019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680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033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699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2044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369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654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2297A8E8-AF5A-14EF-6D9E-FCBCCD0F7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3568" y="6597134"/>
            <a:ext cx="3322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326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170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596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85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4800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784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183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AE6F-254C-AC5F-9444-A07BD114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9118600" cy="508635"/>
          </a:xfrm>
          <a:prstGeom prst="rect">
            <a:avLst/>
          </a:prstGeom>
        </p:spPr>
        <p:txBody>
          <a:bodyPr/>
          <a:lstStyle>
            <a:lvl1pPr>
              <a:defRPr sz="35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1726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2297A8E8-AF5A-14EF-6D9E-FCBCCD0F7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3568" y="6597134"/>
            <a:ext cx="3322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325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2297A8E8-AF5A-14EF-6D9E-FCBCCD0F7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3568" y="6597134"/>
            <a:ext cx="3322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7028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k object 18"/>
          <p:cNvSpPr/>
          <p:nvPr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864" y="6508256"/>
            <a:ext cx="198755" cy="14668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 b="0" i="0">
                <a:solidFill>
                  <a:srgbClr val="2D2D38"/>
                </a:solidFill>
                <a:latin typeface="Tahoma"/>
                <a:cs typeface="Tahoma"/>
              </a:defRPr>
            </a:lvl1pPr>
          </a:lstStyle>
          <a:p>
            <a:pPr marL="38100" marR="0" lvl="0" indent="0" algn="l" defTabSz="4572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1200" cap="none" spc="50" normalizeH="0" baseline="0" noProof="0" dirty="0">
                <a:ln>
                  <a:noFill/>
                </a:ln>
                <a:solidFill>
                  <a:srgbClr val="2D2D38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pPr marL="381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6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800" b="0" i="0" u="none" strike="noStrike" kern="1200" cap="none" spc="50" normalizeH="0" baseline="0" noProof="0" dirty="0">
              <a:ln>
                <a:noFill/>
              </a:ln>
              <a:solidFill>
                <a:srgbClr val="2D2D38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pic>
        <p:nvPicPr>
          <p:cNvPr id="2" name="Picture 1" descr="A line art of a city&#10;&#10;AI-generated content may be incorrect.">
            <a:extLst>
              <a:ext uri="{FF2B5EF4-FFF2-40B4-BE49-F238E27FC236}">
                <a16:creationId xmlns:a16="http://schemas.microsoft.com/office/drawing/2014/main" id="{00872130-D728-C81C-FA7A-52460DA927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60AF8FE-4C7A-3539-F82B-CEB8F7D1DC5E}"/>
              </a:ext>
            </a:extLst>
          </p:cNvPr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3395789" y="3390211"/>
            <a:ext cx="6863578" cy="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13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C2C38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541567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446ED-C84D-447F-8853-20C6FD80F02B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74263" y="463316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922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A49E-9AE2-4285-86AA-FC6E1DA1C6E8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5697" y="426590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2541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E826-FED8-4D2A-9D68-75714757BBA5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3321" y="453484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65447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BDE3E-E5AE-41A9-9F9C-CE595AA5AACF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3321" y="453484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5012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164A-5410-40F0-A4B6-70FF6A976E0C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3321" y="453484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842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7174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9E3D-AD68-4F9F-9C91-F3E994E0BD9F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9839" y="462449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093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B8CF1-33DE-4BDA-B932-5BADFAF158C4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43321" y="453484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812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53E66-56D1-46C3-9490-3BFFBBC1CEC8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61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E8BA3-33EB-4062-B6A9-44ED673CC0F1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7718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4F5-F5A9-4692-9611-11E806DAC062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96390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E6C86-544B-4507-BFC6-819FFC29BC68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6012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B2B7-D078-45AA-9829-74126DEF79E4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10151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68DBB-3790-4A82-BA4D-E79B7DA63815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6865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7668-DDFF-457B-A07A-DEFD0CBD51D7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3321" y="453484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5087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2F7B-20F2-4CD9-9279-A0EA83CE0004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3321" y="453484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4138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612" y="3043730"/>
            <a:ext cx="5472863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987"/>
            <a:fld id="{91290376-8471-4BBA-B9E1-F12CD7EE5748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22-02-2026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987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pPr defTabSz="1218987"/>
            <a:fld id="{E5EDE275-BE14-4364-AEA2-5F5667C0FD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987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297" y="5357596"/>
            <a:ext cx="5481703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93993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987"/>
            <a:fld id="{8986A10E-E025-4C05-840B-E8258AE88A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22-02-2026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987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pPr defTabSz="1218987"/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987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4932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8791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0972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C682A55E-AD70-779F-BB20-E9B6033C4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3568" y="6597134"/>
            <a:ext cx="3322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6491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k object 18"/>
          <p:cNvSpPr/>
          <p:nvPr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/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/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/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/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/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/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864" y="6508256"/>
            <a:ext cx="198755" cy="14668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 b="0" i="0">
                <a:solidFill>
                  <a:srgbClr val="2D2D38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spc="50" dirty="0"/>
              <a:pPr marL="38100">
                <a:spcBef>
                  <a:spcPts val="60"/>
                </a:spcBef>
              </a:pPr>
              <a:t>‹#›</a:t>
            </a:fld>
            <a:endParaRPr spc="5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77922B-B501-3D48-CBB4-ED9DB57AD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94005"/>
            <a:ext cx="5613400" cy="55943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59756-1C08-B81A-50ED-D219D21657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75265" y="185546"/>
            <a:ext cx="1714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753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F7D8-02E5-4AB8-FD4F-87FBC52C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94005"/>
            <a:ext cx="5613400" cy="559435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795CF7D0-F127-430A-7802-E1A772BA7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8648" y="6597134"/>
            <a:ext cx="3322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4738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3">
            <a:lum/>
          </a:blip>
          <a:srcRect/>
          <a:stretch>
            <a:fillRect t="-23000" b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3A1D40A3-AF81-459C-B44A-339A9F592DA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74644"/>
            <a:endParaRPr lang="en-IN" sz="1328" dirty="0">
              <a:solidFill>
                <a:prstClr val="white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36BCC78-3C9C-4AE8-A5C6-8EA0A420EF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9678" y="476672"/>
            <a:ext cx="6421034" cy="369332"/>
          </a:xfrm>
        </p:spPr>
        <p:txBody>
          <a:bodyPr lIns="0" tIns="0" rIns="0" bIns="0"/>
          <a:lstStyle>
            <a:lvl1pPr algn="l">
              <a:defRPr sz="24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919D244-69F4-469F-9697-A59D2BAC3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78" y="1268413"/>
            <a:ext cx="6421034" cy="1538883"/>
          </a:xfrm>
        </p:spPr>
        <p:txBody>
          <a:bodyPr wrap="square">
            <a:spAutoFit/>
          </a:bodyPr>
          <a:lstStyle>
            <a:lvl1pPr>
              <a:spcBef>
                <a:spcPts val="600"/>
              </a:spcBef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63525" indent="-263525"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38163" indent="-274638">
              <a:spcBef>
                <a:spcPts val="600"/>
              </a:spcBef>
              <a:buFont typeface="Calibri" panose="020F0502020204030204" pitchFamily="34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03275" indent="-265113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76325" indent="-273050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pic>
        <p:nvPicPr>
          <p:cNvPr id="3" name="Picture Placeholder 11">
            <a:extLst>
              <a:ext uri="{FF2B5EF4-FFF2-40B4-BE49-F238E27FC236}">
                <a16:creationId xmlns:a16="http://schemas.microsoft.com/office/drawing/2014/main" id="{FC7B25E6-4CD0-3CC7-B537-C76F779223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806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25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70864" y="6508256"/>
            <a:ext cx="198755" cy="14668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 b="0" i="0">
                <a:solidFill>
                  <a:srgbClr val="2D2D38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spc="50" dirty="0"/>
              <a:pPr marL="38100">
                <a:spcBef>
                  <a:spcPts val="60"/>
                </a:spcBef>
              </a:pPr>
              <a:t>‹#›</a:t>
            </a:fld>
            <a:endParaRPr spc="50" dirty="0"/>
          </a:p>
        </p:txBody>
      </p:sp>
      <p:sp>
        <p:nvSpPr>
          <p:cNvPr id="5" name="object 172">
            <a:extLst>
              <a:ext uri="{FF2B5EF4-FFF2-40B4-BE49-F238E27FC236}">
                <a16:creationId xmlns:a16="http://schemas.microsoft.com/office/drawing/2014/main" id="{DBB13FD4-7073-748F-A6EA-2445A1BA7838}"/>
              </a:ext>
            </a:extLst>
          </p:cNvPr>
          <p:cNvSpPr txBox="1">
            <a:spLocks/>
          </p:cNvSpPr>
          <p:nvPr userDrawn="1"/>
        </p:nvSpPr>
        <p:spPr>
          <a:xfrm>
            <a:off x="3715629" y="6536105"/>
            <a:ext cx="4760742" cy="1308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b="0" i="0" kern="1200">
                <a:solidFill>
                  <a:srgbClr val="2D2D38"/>
                </a:solidFill>
                <a:latin typeface="Tahoma"/>
                <a:ea typeface="+mn-ea"/>
                <a:cs typeface="Tahom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Oman Authority for Academic Accreditation and Quality Assurance of Education  (“OAAAQA”)</a:t>
            </a:r>
            <a:endParaRPr kumimoji="0" lang="en-GB" sz="800" b="0" i="0" u="none" strike="noStrike" kern="1200" cap="none" spc="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477116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7509" y="59816"/>
            <a:ext cx="2368550" cy="391159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>
                <a:solidFill>
                  <a:srgbClr val="2D2D3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2/22/2026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70864" y="6508256"/>
            <a:ext cx="198755" cy="146684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 b="0" i="0">
                <a:solidFill>
                  <a:srgbClr val="2D2D38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60"/>
              </a:spcBef>
            </a:pPr>
            <a:fld id="{81D60167-4931-47E6-BA6A-407CBD079E47}" type="slidenum">
              <a:rPr spc="50" dirty="0"/>
              <a:pPr marL="38100">
                <a:spcBef>
                  <a:spcPts val="60"/>
                </a:spcBef>
              </a:pPr>
              <a:t>‹#›</a:t>
            </a:fld>
            <a:endParaRPr spc="50" dirty="0"/>
          </a:p>
        </p:txBody>
      </p:sp>
      <p:pic>
        <p:nvPicPr>
          <p:cNvPr id="13" name="Picture 12" descr="A silhouette of a building&#10;&#10;Description automatically generated">
            <a:extLst>
              <a:ext uri="{FF2B5EF4-FFF2-40B4-BE49-F238E27FC236}">
                <a16:creationId xmlns:a16="http://schemas.microsoft.com/office/drawing/2014/main" id="{CE284406-9714-7B53-0428-4C49C997C0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51" y="188853"/>
            <a:ext cx="2142649" cy="71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2424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0587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A49E-9AE2-4285-86AA-FC6E1DA1C6E8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5697" y="426590"/>
            <a:ext cx="779767" cy="365125"/>
          </a:xfrm>
          <a:prstGeom prst="rect">
            <a:avLst/>
          </a:prstGeom>
        </p:spPr>
        <p:txBody>
          <a:bodyPr/>
          <a:lstStyle/>
          <a:p>
            <a:fld id="{2935565D-8BA4-40BF-B1FA-986182FDCE4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57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2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1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4.xml"/><Relationship Id="rId21" Type="http://schemas.openxmlformats.org/officeDocument/2006/relationships/image" Target="../media/image3.svg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19" Type="http://schemas.openxmlformats.org/officeDocument/2006/relationships/theme" Target="../theme/theme13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55.xml"/><Relationship Id="rId9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" y="908303"/>
            <a:ext cx="10980420" cy="0"/>
          </a:xfrm>
          <a:custGeom>
            <a:avLst/>
            <a:gdLst/>
            <a:ahLst/>
            <a:cxnLst/>
            <a:rect l="l" t="t" r="r" b="b"/>
            <a:pathLst>
              <a:path w="10980420">
                <a:moveTo>
                  <a:pt x="0" y="0"/>
                </a:moveTo>
                <a:lnTo>
                  <a:pt x="10980039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C2C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01040" y="6291074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70103" y="0"/>
                </a:moveTo>
                <a:lnTo>
                  <a:pt x="0" y="0"/>
                </a:lnTo>
                <a:lnTo>
                  <a:pt x="0" y="57909"/>
                </a:lnTo>
                <a:lnTo>
                  <a:pt x="70103" y="57909"/>
                </a:lnTo>
                <a:lnTo>
                  <a:pt x="70103" y="0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91312" y="6291074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36577" y="0"/>
                </a:moveTo>
                <a:lnTo>
                  <a:pt x="0" y="0"/>
                </a:lnTo>
                <a:lnTo>
                  <a:pt x="0" y="57909"/>
                </a:lnTo>
                <a:lnTo>
                  <a:pt x="36577" y="57909"/>
                </a:lnTo>
                <a:lnTo>
                  <a:pt x="36577" y="0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372" y="315483"/>
            <a:ext cx="11012677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3437" y="1407794"/>
            <a:ext cx="11025505" cy="3704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6253" y="6536792"/>
            <a:ext cx="295084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C2C38"/>
                </a:solidFill>
                <a:latin typeface="Tahoma"/>
                <a:cs typeface="Tahoma"/>
              </a:defRPr>
            </a:lvl1pPr>
          </a:lstStyle>
          <a:p>
            <a:pPr marL="12700" rtl="0">
              <a:spcBef>
                <a:spcPts val="105"/>
              </a:spcBef>
            </a:pPr>
            <a:r>
              <a:rPr lang="en-US" dirty="0"/>
              <a:t>Ports, Customs and Free Zone Corporation ("PCFC")</a:t>
            </a:r>
            <a:endParaRPr lang="en-IN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63372" y="6584527"/>
            <a:ext cx="173354" cy="150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pic>
        <p:nvPicPr>
          <p:cNvPr id="7" name="Picture 6" descr="A line art of a city&#10;&#10;AI-generated content may be incorrect.">
            <a:extLst>
              <a:ext uri="{FF2B5EF4-FFF2-40B4-BE49-F238E27FC236}">
                <a16:creationId xmlns:a16="http://schemas.microsoft.com/office/drawing/2014/main" id="{F6A62CE3-2DE6-494C-C94D-D3C3A5DA6E0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8440BB0D-1D38-85E4-84AB-EA1E9F0D14F4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F9B3EE2F-7E8B-CDFF-1B4B-0804B486B51B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4C9D7112-FA9C-191E-BDEF-954AE96DAD32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5910D177-039D-BFAB-5D0D-97D9EC86105B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1E2692CD-3CBE-161D-3355-25F2073CD0B4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F393DB9B-1D83-6013-D9AB-2538D90BB0F0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0492DA87-CEE5-D863-4688-92271FC1F7DE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185A45EF-3D96-047D-5DED-09D58420630C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4A4B24D9-E168-00AF-1944-F4196E3662E8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2CFD35FB-4D9B-7E65-2F23-5E9CB1F96A89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F1B9D083-FDE3-5D44-1E04-27DCFB2F6FA9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3C0E2466-43DE-B16E-BB15-7B04664D9C09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A205018B-CAAE-DD92-B1F6-1CE1B00383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6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069BCD1D-4F65-1FA6-4507-DB846F0CAD05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DE6087AB-2B38-DAE2-DB21-099EA458BDFE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0EC11C9B-ADD2-798A-0CD8-F91FD0F09278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75AE156C-2712-26F8-EA48-CCF104F3D612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C833E0B6-CA20-E02F-607A-B3C46FAC7F86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E652C54D-CCAD-18CC-2BB1-12E2930B7373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BAC221A0-51B3-494D-F84E-5161C88FA725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9588955A-96A2-2425-3D59-084F20FC7103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70F049A0-60D4-76D1-5EB3-B2C2C282A66B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15D85D69-EBE4-C21A-4AF1-4B46F9644980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D31229CF-FC12-9C1E-5034-28902C11AE2A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E5BDFC10-13E0-B9FF-64FB-139089AF5477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1B6C3EEF-07D1-9163-70F8-00C7117C2D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1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D84A5F48-FAEA-E89D-DA53-5312F4CCE49C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87E5890-9A00-92E7-FD48-AC3C43FB8E19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2E6075B1-2CEA-AABA-8496-2834E1C5DD1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0F18EF3F-C68A-4676-6302-47370D2E5733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381CDF6E-E206-1D5E-B074-9EE69C1F8823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CBEA48BB-3EA4-F663-F341-112213D229FB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ED4307C9-028A-C30F-FBA4-320A73067E2C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6DEE02F3-4AC3-B3C1-D2A2-B54C51AB6F17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E6BAF825-4926-6638-48BA-277A2E85B436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F826DB5A-F7BF-24A1-DFFA-04732FE9AC78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67113732-87F6-6AF7-4D3B-1E0DB2C76DEB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F4B82A6B-75BF-063C-D7D3-587C852547AA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2BD207EC-F9C0-C5F1-0C6E-57580053C1F7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A2A84922-0825-2263-1E3F-B672EA0341B8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99B9EF36-0EAB-C277-81DE-B93CC520B8E7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328BB24E-5720-259F-6FA5-DD2926AC4602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B65C5A5C-DBD9-2720-21C7-6F84156E255E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538FD23C-CA04-98FC-1E76-6D4E4E76F039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27466486-53AA-A4D6-E635-DDD35839F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3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5F69A1CA-8E9E-382C-03BB-0A1C5B82C941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B588B3E7-3574-4C73-535D-E47654D94A5E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946BB786-52F4-37B3-7FBA-A0363E46A075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C74F82A3-77F3-3E4C-936B-15E284057BA8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B5EF8FFF-62EB-6969-9754-3DB3ECA444AB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C08E189D-C462-2164-E1D2-E1A7A495BF11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64BF0D5F-EF02-2D2C-E826-26FD5DEE82EA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E438190A-F560-BB40-9A09-CCA97E82A403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1E082D1B-551C-3E4E-C3FF-99851A23161E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94741282-A52A-6CBB-870C-5A334DFC4AE5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6EC1B69B-7A4E-35FF-1C60-E049C973B05C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558C4673-EB4E-273D-6C09-6616AFF4059C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CD30A05A-D5DA-1B7D-48BD-888DBB74D5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0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9E236B4A-3163-0FE4-DE52-3489C4E2A4C4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336B41A7-6B40-F03C-0011-2D14876E94AB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3159A6CC-8AEA-CDC9-62B1-C0EAD5E299E4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70960017-4BEF-664A-6AF3-52ECDDF8F44F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B73BB56A-2085-CFC9-03ED-D94AC591403A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8A91599F-34E7-3A67-0D5C-4E1EBD33FE99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244BBA6A-313C-AFFE-6F64-AF4EF8D41C79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502B6332-D541-E4CD-527D-41FD250E4A77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61DE9AAA-E577-9B25-6896-F8B7813E7055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228D58A2-FBB7-266E-3A68-0467C68524EB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90F0B834-058E-B8E8-CE78-4FD337DD36F2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1A34684A-B9AD-91DB-5154-DFA358583DB2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D598797D-171C-FC71-C71A-FB917FB39C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4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68A6BA87-F48B-DF39-406F-F04E5D2F4131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574634F8-447C-6EB0-68CA-DA1EA56414CD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35E18A37-2F78-7CC1-8EE0-79D0E199D085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2C451297-A3D4-9263-3EE2-2D736036EBEE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96D959B6-F53E-4566-D5B7-CD0B88CD9619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75D63853-D0D0-9C6A-FB39-2D13BE603EB4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C9F36BF4-92BF-CBBF-D2C5-E6EAA165C3C9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E2AC4631-3EAE-17C5-19AF-6BB52EA97D8A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53611DE4-DFA7-FBF3-0B52-3286F77EE742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11FDEA26-B81D-97CC-8C6C-3D8052678507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08C66239-B72D-6206-A771-DA4B4E8692E7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94E63459-9506-2A4D-9945-3B3E8BFF5165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E10C6400-3B6A-9964-F864-6391793754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1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14B07182-FABC-EA00-5F4E-41AF892990C0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71C9132B-7A9E-B986-EB45-AB7DA0425E18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751861FA-BEAE-9F5A-C969-F3880D47EC0C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6F8488C7-0514-A114-8557-8E9C964974F3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9413C6EB-E0A0-50D1-8F26-0C9ED6D5FCC2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6555ABB3-6ED5-604E-50AF-4F33D9DA5CD0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EC16F1D0-EF7D-DB8C-C86C-04E066C997F1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5B6C35C9-E2E1-EA6F-0A05-A6034D9E1E1F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2B556F28-A74F-D74D-DBE9-436789A881F2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62BAC801-86AC-8C5F-A61E-E58B7E24D1B5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C9178590-1320-9F4E-A001-CC73B1FCD0CC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6C8880BC-9BE5-5A2C-C3BF-BB60C4F412F3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4FA9AC14-F786-2013-9357-3DB0A730BA3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D84A5F48-FAEA-E89D-DA53-5312F4CCE49C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87E5890-9A00-92E7-FD48-AC3C43FB8E19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2E6075B1-2CEA-AABA-8496-2834E1C5DD1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0F18EF3F-C68A-4676-6302-47370D2E5733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381CDF6E-E206-1D5E-B074-9EE69C1F8823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CBEA48BB-3EA4-F663-F341-112213D229FB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DC85C193-39DF-3714-E74E-8003F869B37B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F1409FAD-1F28-8E0D-E3C0-782F08BE15E0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B6B7605A-6404-2996-FCFB-D0755589BAB3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F7DFB3E9-1563-57A3-02CA-8A58EB4B246C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D1968C07-319F-096D-2DAB-023A6D066C53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9AFAF2E3-ED36-6101-8C8A-9E1B0FDBB49A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236D5006-B651-98B5-68F8-585F2421AC79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820693E5-4BB9-35C1-144A-F3F4C24CEE74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F1A26C4D-3E6D-48F8-2128-0F24D74E6B0D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87FCB50C-7BC0-B81A-A0A0-0E8211A9FA6A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26B21746-A3D5-055A-5540-16DD8C00D6CF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9A729FB2-D936-0BB7-E5CC-30F1B1C08EEC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F6B51B32-3216-9DB3-14B0-C3AABCDA01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5434CDAB-6438-E977-0D4F-E4436DA1B8D8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F4DCBDEF-A58A-6809-405B-0B200728D021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7DD06FF4-5402-AFB3-0EAA-7EA4BA21F1D0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66004043-86C5-95BC-65B7-B7BC92614FA0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BA150740-A8C3-2B83-6B57-FDA8DD94CEFA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884A3ABB-0CB4-3B1F-1A3A-4F64445DF9D9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464C5F6B-648D-2981-26E6-B9AC88592AE4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093CEAC0-4269-D650-F9A5-D54D8849A694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D9748EFD-354B-62EE-22DF-71C009BB608E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3D1D9F5D-CF70-F802-725C-689737761822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C969D3AB-D0F7-DC95-5429-C3F01B4424F5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2EDCF73E-641E-1BF1-C75D-1193C47F990E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109E83FB-B585-D682-A7D9-C5D7D53CEA2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42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4A9F4694-BD0F-2A4A-CFAF-5BC27C2906D2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FAC77EF0-BBD9-7258-ED10-AE240323F673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B76B33E8-7774-A99A-2F47-61FD419B9CCD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A7D447AD-84AD-FB48-33B6-CA2C3898EE40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53872D74-6622-767D-E450-953FA97C6CCD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0D48C546-EDD2-B3D5-8E0F-7F3640A9C839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9">
            <a:extLst>
              <a:ext uri="{FF2B5EF4-FFF2-40B4-BE49-F238E27FC236}">
                <a16:creationId xmlns:a16="http://schemas.microsoft.com/office/drawing/2014/main" id="{91708608-B3BD-C7E6-AD4D-4DA2BAB3CBAA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0">
            <a:extLst>
              <a:ext uri="{FF2B5EF4-FFF2-40B4-BE49-F238E27FC236}">
                <a16:creationId xmlns:a16="http://schemas.microsoft.com/office/drawing/2014/main" id="{65878F1E-AC1E-6717-3E47-828ECB6C7E95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1">
            <a:extLst>
              <a:ext uri="{FF2B5EF4-FFF2-40B4-BE49-F238E27FC236}">
                <a16:creationId xmlns:a16="http://schemas.microsoft.com/office/drawing/2014/main" id="{433ADE12-9779-A6B3-0401-57B484562EEC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2">
            <a:extLst>
              <a:ext uri="{FF2B5EF4-FFF2-40B4-BE49-F238E27FC236}">
                <a16:creationId xmlns:a16="http://schemas.microsoft.com/office/drawing/2014/main" id="{38B065F0-55DF-F8EE-6A24-3933E43B7CFF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3">
            <a:extLst>
              <a:ext uri="{FF2B5EF4-FFF2-40B4-BE49-F238E27FC236}">
                <a16:creationId xmlns:a16="http://schemas.microsoft.com/office/drawing/2014/main" id="{67583331-EFB1-4265-4BB3-113CFE39DB48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4">
            <a:extLst>
              <a:ext uri="{FF2B5EF4-FFF2-40B4-BE49-F238E27FC236}">
                <a16:creationId xmlns:a16="http://schemas.microsoft.com/office/drawing/2014/main" id="{BADC5CD0-A655-5B16-DDAF-60B1AEE33D58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Picture 20" descr="A line art of a city&#10;&#10;AI-generated content may be incorrect.">
            <a:extLst>
              <a:ext uri="{FF2B5EF4-FFF2-40B4-BE49-F238E27FC236}">
                <a16:creationId xmlns:a16="http://schemas.microsoft.com/office/drawing/2014/main" id="{441C347D-9F54-9EAA-CA39-C6CB9C583B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9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k object 18">
            <a:extLst>
              <a:ext uri="{FF2B5EF4-FFF2-40B4-BE49-F238E27FC236}">
                <a16:creationId xmlns:a16="http://schemas.microsoft.com/office/drawing/2014/main" id="{543CBA8D-11D8-3678-49FA-323F7FC25114}"/>
              </a:ext>
            </a:extLst>
          </p:cNvPr>
          <p:cNvSpPr/>
          <p:nvPr userDrawn="1"/>
        </p:nvSpPr>
        <p:spPr>
          <a:xfrm flipV="1">
            <a:off x="609600" y="862581"/>
            <a:ext cx="10980165" cy="45719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bk object 20">
            <a:extLst>
              <a:ext uri="{FF2B5EF4-FFF2-40B4-BE49-F238E27FC236}">
                <a16:creationId xmlns:a16="http://schemas.microsoft.com/office/drawing/2014/main" id="{253E0B52-C1C0-9EF3-8CFE-17ADAFE1F21D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bk object 21">
            <a:extLst>
              <a:ext uri="{FF2B5EF4-FFF2-40B4-BE49-F238E27FC236}">
                <a16:creationId xmlns:a16="http://schemas.microsoft.com/office/drawing/2014/main" id="{76635705-F49D-775D-A24B-AEDB5749D23C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bk object 22">
            <a:extLst>
              <a:ext uri="{FF2B5EF4-FFF2-40B4-BE49-F238E27FC236}">
                <a16:creationId xmlns:a16="http://schemas.microsoft.com/office/drawing/2014/main" id="{32A508A2-934A-6380-2512-D330E358AC61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bk object 23">
            <a:extLst>
              <a:ext uri="{FF2B5EF4-FFF2-40B4-BE49-F238E27FC236}">
                <a16:creationId xmlns:a16="http://schemas.microsoft.com/office/drawing/2014/main" id="{561E3F21-DF1A-3ECD-3A90-E8C62B9893A5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bk object 24">
            <a:extLst>
              <a:ext uri="{FF2B5EF4-FFF2-40B4-BE49-F238E27FC236}">
                <a16:creationId xmlns:a16="http://schemas.microsoft.com/office/drawing/2014/main" id="{AA59FBF1-2C07-D423-D43C-DF45334BA698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object 172">
            <a:extLst>
              <a:ext uri="{FF2B5EF4-FFF2-40B4-BE49-F238E27FC236}">
                <a16:creationId xmlns:a16="http://schemas.microsoft.com/office/drawing/2014/main" id="{39541F8E-3A37-BA56-5A73-22D7599F0654}"/>
              </a:ext>
            </a:extLst>
          </p:cNvPr>
          <p:cNvSpPr txBox="1">
            <a:spLocks/>
          </p:cNvSpPr>
          <p:nvPr userDrawn="1"/>
        </p:nvSpPr>
        <p:spPr>
          <a:xfrm>
            <a:off x="4826218" y="6541924"/>
            <a:ext cx="3526047" cy="1308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b="0" i="0" kern="1200">
                <a:solidFill>
                  <a:srgbClr val="2D2D38"/>
                </a:solidFill>
                <a:latin typeface="Tahoma"/>
                <a:ea typeface="+mn-ea"/>
                <a:cs typeface="Tahom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Ports, Customs and Free Zone Corporation ("PCFC")</a:t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EA85ED14-BA71-28D7-D60E-CC1D92A12983}"/>
              </a:ext>
            </a:extLst>
          </p:cNvPr>
          <p:cNvSpPr txBox="1">
            <a:spLocks/>
          </p:cNvSpPr>
          <p:nvPr userDrawn="1"/>
        </p:nvSpPr>
        <p:spPr>
          <a:xfrm>
            <a:off x="69668" y="258723"/>
            <a:ext cx="5913121" cy="872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8128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91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n-GB" sz="35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5901A46-1F16-5C22-1E5C-D3270230C341}"/>
              </a:ext>
            </a:extLst>
          </p:cNvPr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3395789" y="3390211"/>
            <a:ext cx="6863578" cy="72000"/>
          </a:xfrm>
          <a:prstGeom prst="rect">
            <a:avLst/>
          </a:prstGeom>
        </p:spPr>
      </p:pic>
      <p:pic>
        <p:nvPicPr>
          <p:cNvPr id="4" name="Picture 3" descr="A line art of a city&#10;&#10;AI-generated content may be incorrect.">
            <a:extLst>
              <a:ext uri="{FF2B5EF4-FFF2-40B4-BE49-F238E27FC236}">
                <a16:creationId xmlns:a16="http://schemas.microsoft.com/office/drawing/2014/main" id="{6AC2D9C7-7EAD-406E-B428-E44AC591910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55F78-BB75-4E67-ABF9-7012573AFA8C}" type="datetime1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40" name="Rectangle 39"/>
          <p:cNvSpPr/>
          <p:nvPr userDrawn="1"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002060"/>
          </a:solidFill>
          <a:ln w="15875" cap="flat" cmpd="sng" algn="ctr">
            <a:noFill/>
            <a:prstDash val="solid"/>
          </a:ln>
          <a:effectLst/>
        </p:spPr>
        <p:txBody>
          <a:bodyPr/>
          <a:lstStyle/>
          <a:p>
            <a:endParaRPr lang="en-AE"/>
          </a:p>
        </p:txBody>
      </p:sp>
      <p:sp>
        <p:nvSpPr>
          <p:cNvPr id="41" name="Rectangle 40"/>
          <p:cNvSpPr/>
          <p:nvPr userDrawn="1"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 w="15875" cap="flat" cmpd="sng" algn="ctr">
            <a:noFill/>
            <a:prstDash val="solid"/>
          </a:ln>
          <a:effectLst/>
        </p:spPr>
        <p:txBody>
          <a:bodyPr/>
          <a:lstStyle/>
          <a:p>
            <a:endParaRPr lang="en-AE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654BD67-3D9C-5664-2F7A-6625E3DA7061}"/>
              </a:ext>
            </a:extLst>
          </p:cNvPr>
          <p:cNvPicPr>
            <a:picLocks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5400000">
            <a:off x="-3395789" y="3390211"/>
            <a:ext cx="6863578" cy="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0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46089B85-D268-865C-461F-20C065BA4790}"/>
              </a:ext>
            </a:extLst>
          </p:cNvPr>
          <p:cNvSpPr/>
          <p:nvPr userDrawn="1"/>
        </p:nvSpPr>
        <p:spPr>
          <a:xfrm>
            <a:off x="2444495" y="6318503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1219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25F79E-5478-01BD-A286-EEE37CCA710A}"/>
              </a:ext>
            </a:extLst>
          </p:cNvPr>
          <p:cNvSpPr/>
          <p:nvPr userDrawn="1"/>
        </p:nvSpPr>
        <p:spPr>
          <a:xfrm>
            <a:off x="1063752" y="6320028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57912">
            <a:solidFill>
              <a:srgbClr val="2D2D38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FF22816-F0F8-EDE9-D640-4C423A72E38D}"/>
              </a:ext>
            </a:extLst>
          </p:cNvPr>
          <p:cNvSpPr/>
          <p:nvPr userDrawn="1"/>
        </p:nvSpPr>
        <p:spPr>
          <a:xfrm>
            <a:off x="847344" y="6320028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57912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58E0DEA-5FFE-0FC6-3E66-74904AE536F1}"/>
              </a:ext>
            </a:extLst>
          </p:cNvPr>
          <p:cNvSpPr/>
          <p:nvPr userDrawn="1"/>
        </p:nvSpPr>
        <p:spPr>
          <a:xfrm>
            <a:off x="701040" y="6291071"/>
            <a:ext cx="70485" cy="58419"/>
          </a:xfrm>
          <a:custGeom>
            <a:avLst/>
            <a:gdLst/>
            <a:ahLst/>
            <a:cxnLst/>
            <a:rect l="l" t="t" r="r" b="b"/>
            <a:pathLst>
              <a:path w="70484" h="58420">
                <a:moveTo>
                  <a:pt x="0" y="57911"/>
                </a:moveTo>
                <a:lnTo>
                  <a:pt x="70103" y="57911"/>
                </a:lnTo>
                <a:lnTo>
                  <a:pt x="70103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747480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69962A4-F687-846D-6AFF-878F8C036CB1}"/>
              </a:ext>
            </a:extLst>
          </p:cNvPr>
          <p:cNvSpPr/>
          <p:nvPr userDrawn="1"/>
        </p:nvSpPr>
        <p:spPr>
          <a:xfrm>
            <a:off x="591312" y="6291071"/>
            <a:ext cx="36830" cy="58419"/>
          </a:xfrm>
          <a:custGeom>
            <a:avLst/>
            <a:gdLst/>
            <a:ahLst/>
            <a:cxnLst/>
            <a:rect l="l" t="t" r="r" b="b"/>
            <a:pathLst>
              <a:path w="36829" h="58420">
                <a:moveTo>
                  <a:pt x="0" y="57911"/>
                </a:moveTo>
                <a:lnTo>
                  <a:pt x="36576" y="57911"/>
                </a:lnTo>
                <a:lnTo>
                  <a:pt x="36576" y="0"/>
                </a:lnTo>
                <a:lnTo>
                  <a:pt x="0" y="0"/>
                </a:lnTo>
                <a:lnTo>
                  <a:pt x="0" y="57911"/>
                </a:lnTo>
                <a:close/>
              </a:path>
            </a:pathLst>
          </a:custGeom>
          <a:solidFill>
            <a:srgbClr val="C4C4CD"/>
          </a:solidFill>
        </p:spPr>
        <p:txBody>
          <a:bodyPr wrap="square" lIns="0" tIns="0" rIns="0" bIns="0" rtlCol="0"/>
          <a:lstStyle/>
          <a:p>
            <a:pPr defTabSz="914400">
              <a:defRPr/>
            </a:pPr>
            <a:endParaRPr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3" name="bk object 18">
            <a:extLst>
              <a:ext uri="{FF2B5EF4-FFF2-40B4-BE49-F238E27FC236}">
                <a16:creationId xmlns:a16="http://schemas.microsoft.com/office/drawing/2014/main" id="{DDB4C61E-D18F-186B-4AE3-B510C605A09D}"/>
              </a:ext>
            </a:extLst>
          </p:cNvPr>
          <p:cNvSpPr/>
          <p:nvPr userDrawn="1"/>
        </p:nvSpPr>
        <p:spPr>
          <a:xfrm>
            <a:off x="609600" y="908303"/>
            <a:ext cx="10031095" cy="0"/>
          </a:xfrm>
          <a:custGeom>
            <a:avLst/>
            <a:gdLst/>
            <a:ahLst/>
            <a:cxnLst/>
            <a:rect l="l" t="t" r="r" b="b"/>
            <a:pathLst>
              <a:path w="10031095">
                <a:moveTo>
                  <a:pt x="0" y="0"/>
                </a:moveTo>
                <a:lnTo>
                  <a:pt x="10030968" y="0"/>
                </a:lnTo>
              </a:path>
            </a:pathLst>
          </a:custGeom>
          <a:ln w="18288">
            <a:solidFill>
              <a:srgbClr val="74748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bg object 23">
            <a:extLst>
              <a:ext uri="{FF2B5EF4-FFF2-40B4-BE49-F238E27FC236}">
                <a16:creationId xmlns:a16="http://schemas.microsoft.com/office/drawing/2014/main" id="{C32D3A07-D793-3B6B-D6B2-67BDF79D74D0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4">
            <a:extLst>
              <a:ext uri="{FF2B5EF4-FFF2-40B4-BE49-F238E27FC236}">
                <a16:creationId xmlns:a16="http://schemas.microsoft.com/office/drawing/2014/main" id="{82A955FB-13FF-866D-8FBD-2F9B52154FE0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5">
            <a:extLst>
              <a:ext uri="{FF2B5EF4-FFF2-40B4-BE49-F238E27FC236}">
                <a16:creationId xmlns:a16="http://schemas.microsoft.com/office/drawing/2014/main" id="{DED72F4E-8061-B1D0-E1D8-BF9AF227C2BF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6">
            <a:extLst>
              <a:ext uri="{FF2B5EF4-FFF2-40B4-BE49-F238E27FC236}">
                <a16:creationId xmlns:a16="http://schemas.microsoft.com/office/drawing/2014/main" id="{55A6B6E7-109E-CEE3-29E2-BD0E99330DE9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7">
            <a:extLst>
              <a:ext uri="{FF2B5EF4-FFF2-40B4-BE49-F238E27FC236}">
                <a16:creationId xmlns:a16="http://schemas.microsoft.com/office/drawing/2014/main" id="{F24C1C38-9907-AAA2-1CC4-3080DAE4A9E9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28">
            <a:extLst>
              <a:ext uri="{FF2B5EF4-FFF2-40B4-BE49-F238E27FC236}">
                <a16:creationId xmlns:a16="http://schemas.microsoft.com/office/drawing/2014/main" id="{54DFDA42-C624-76DE-01D6-462579E5E370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29">
            <a:extLst>
              <a:ext uri="{FF2B5EF4-FFF2-40B4-BE49-F238E27FC236}">
                <a16:creationId xmlns:a16="http://schemas.microsoft.com/office/drawing/2014/main" id="{A1E76676-696A-485E-B628-3883F9826605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30">
            <a:extLst>
              <a:ext uri="{FF2B5EF4-FFF2-40B4-BE49-F238E27FC236}">
                <a16:creationId xmlns:a16="http://schemas.microsoft.com/office/drawing/2014/main" id="{6A4228A5-C333-7CCA-F31A-F5F87A0747FF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31">
            <a:extLst>
              <a:ext uri="{FF2B5EF4-FFF2-40B4-BE49-F238E27FC236}">
                <a16:creationId xmlns:a16="http://schemas.microsoft.com/office/drawing/2014/main" id="{48FDF10D-0223-FC1F-FADC-795A6BE84569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32">
            <a:extLst>
              <a:ext uri="{FF2B5EF4-FFF2-40B4-BE49-F238E27FC236}">
                <a16:creationId xmlns:a16="http://schemas.microsoft.com/office/drawing/2014/main" id="{D876C7DD-231F-813C-2384-FD65B891E935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33">
            <a:extLst>
              <a:ext uri="{FF2B5EF4-FFF2-40B4-BE49-F238E27FC236}">
                <a16:creationId xmlns:a16="http://schemas.microsoft.com/office/drawing/2014/main" id="{3846F1D4-C1BF-EC5C-4D99-2C8FF16E8613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34">
            <a:extLst>
              <a:ext uri="{FF2B5EF4-FFF2-40B4-BE49-F238E27FC236}">
                <a16:creationId xmlns:a16="http://schemas.microsoft.com/office/drawing/2014/main" id="{E43CAD73-4FFD-5F6E-B6A7-D75D3E3D803A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Picture 21" descr="A line art of a city&#10;&#10;AI-generated content may be incorrect.">
            <a:extLst>
              <a:ext uri="{FF2B5EF4-FFF2-40B4-BE49-F238E27FC236}">
                <a16:creationId xmlns:a16="http://schemas.microsoft.com/office/drawing/2014/main" id="{EEF2CFA7-5927-FB08-D261-355AA5F8970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200" y="215988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4B4413-2F4E-06DA-19E7-D231C877F2FE}"/>
              </a:ext>
            </a:extLst>
          </p:cNvPr>
          <p:cNvCxnSpPr>
            <a:cxnSpLocks/>
          </p:cNvCxnSpPr>
          <p:nvPr/>
        </p:nvCxnSpPr>
        <p:spPr>
          <a:xfrm flipV="1">
            <a:off x="428752" y="833120"/>
            <a:ext cx="11306048" cy="10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Holder 6">
            <a:extLst>
              <a:ext uri="{FF2B5EF4-FFF2-40B4-BE49-F238E27FC236}">
                <a16:creationId xmlns:a16="http://schemas.microsoft.com/office/drawing/2014/main" id="{28744A73-689F-E230-9FC6-6631FEA9E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8648" y="6597134"/>
            <a:ext cx="33223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object 5">
            <a:extLst>
              <a:ext uri="{FF2B5EF4-FFF2-40B4-BE49-F238E27FC236}">
                <a16:creationId xmlns:a16="http://schemas.microsoft.com/office/drawing/2014/main" id="{D960A3D6-B687-DD4B-E869-95420B1C3262}"/>
              </a:ext>
            </a:extLst>
          </p:cNvPr>
          <p:cNvSpPr/>
          <p:nvPr/>
        </p:nvSpPr>
        <p:spPr>
          <a:xfrm flipV="1">
            <a:off x="2332734" y="5786949"/>
            <a:ext cx="9478266" cy="756124"/>
          </a:xfrm>
          <a:custGeom>
            <a:avLst/>
            <a:gdLst/>
            <a:ahLst/>
            <a:cxnLst/>
            <a:rect l="l" t="t" r="r" b="b"/>
            <a:pathLst>
              <a:path w="9145270">
                <a:moveTo>
                  <a:pt x="0" y="0"/>
                </a:moveTo>
                <a:lnTo>
                  <a:pt x="9144762" y="0"/>
                </a:lnTo>
              </a:path>
            </a:pathLst>
          </a:custGeom>
          <a:ln w="381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6">
            <a:extLst>
              <a:ext uri="{FF2B5EF4-FFF2-40B4-BE49-F238E27FC236}">
                <a16:creationId xmlns:a16="http://schemas.microsoft.com/office/drawing/2014/main" id="{CE4A47E2-0CD3-44B0-75D4-1653C99124D8}"/>
              </a:ext>
            </a:extLst>
          </p:cNvPr>
          <p:cNvSpPr/>
          <p:nvPr/>
        </p:nvSpPr>
        <p:spPr>
          <a:xfrm>
            <a:off x="941832" y="6543073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30">
                <a:moveTo>
                  <a:pt x="0" y="0"/>
                </a:moveTo>
                <a:lnTo>
                  <a:pt x="1331975" y="0"/>
                </a:lnTo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DF2F9FB6-DF90-C530-82F2-2A42C1E4F06E}"/>
              </a:ext>
            </a:extLst>
          </p:cNvPr>
          <p:cNvSpPr/>
          <p:nvPr/>
        </p:nvSpPr>
        <p:spPr>
          <a:xfrm flipV="1">
            <a:off x="581607" y="6494110"/>
            <a:ext cx="76200" cy="45719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bject 7">
            <a:extLst>
              <a:ext uri="{FF2B5EF4-FFF2-40B4-BE49-F238E27FC236}">
                <a16:creationId xmlns:a16="http://schemas.microsoft.com/office/drawing/2014/main" id="{0458B73D-5777-4D8F-F4F0-80E9DD43A87D}"/>
              </a:ext>
            </a:extLst>
          </p:cNvPr>
          <p:cNvSpPr/>
          <p:nvPr/>
        </p:nvSpPr>
        <p:spPr>
          <a:xfrm flipH="1" flipV="1">
            <a:off x="457200" y="6486331"/>
            <a:ext cx="45719" cy="52847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bject 7">
            <a:extLst>
              <a:ext uri="{FF2B5EF4-FFF2-40B4-BE49-F238E27FC236}">
                <a16:creationId xmlns:a16="http://schemas.microsoft.com/office/drawing/2014/main" id="{64D307B2-973D-2A3A-BB88-8EFF327D71C9}"/>
              </a:ext>
            </a:extLst>
          </p:cNvPr>
          <p:cNvSpPr/>
          <p:nvPr/>
        </p:nvSpPr>
        <p:spPr>
          <a:xfrm>
            <a:off x="725424" y="6543073"/>
            <a:ext cx="143510" cy="0"/>
          </a:xfrm>
          <a:custGeom>
            <a:avLst/>
            <a:gdLst/>
            <a:ahLst/>
            <a:cxnLst/>
            <a:rect l="l" t="t" r="r" b="b"/>
            <a:pathLst>
              <a:path w="143509">
                <a:moveTo>
                  <a:pt x="0" y="0"/>
                </a:moveTo>
                <a:lnTo>
                  <a:pt x="143256" y="0"/>
                </a:lnTo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bg object 23">
            <a:extLst>
              <a:ext uri="{FF2B5EF4-FFF2-40B4-BE49-F238E27FC236}">
                <a16:creationId xmlns:a16="http://schemas.microsoft.com/office/drawing/2014/main" id="{15D65392-6364-2FA3-EBAB-B6B70E3E2113}"/>
              </a:ext>
            </a:extLst>
          </p:cNvPr>
          <p:cNvSpPr/>
          <p:nvPr userDrawn="1"/>
        </p:nvSpPr>
        <p:spPr>
          <a:xfrm>
            <a:off x="328" y="0"/>
            <a:ext cx="71120" cy="568960"/>
          </a:xfrm>
          <a:custGeom>
            <a:avLst/>
            <a:gdLst/>
            <a:ahLst/>
            <a:cxnLst/>
            <a:rect l="l" t="t" r="r" b="b"/>
            <a:pathLst>
              <a:path w="71120" h="568960">
                <a:moveTo>
                  <a:pt x="0" y="568561"/>
                </a:moveTo>
                <a:lnTo>
                  <a:pt x="71070" y="568561"/>
                </a:lnTo>
                <a:lnTo>
                  <a:pt x="71070" y="0"/>
                </a:lnTo>
                <a:lnTo>
                  <a:pt x="0" y="0"/>
                </a:lnTo>
                <a:lnTo>
                  <a:pt x="0" y="568561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bg object 24">
            <a:extLst>
              <a:ext uri="{FF2B5EF4-FFF2-40B4-BE49-F238E27FC236}">
                <a16:creationId xmlns:a16="http://schemas.microsoft.com/office/drawing/2014/main" id="{3872FB3F-15C2-D560-D908-FD882D6AA779}"/>
              </a:ext>
            </a:extLst>
          </p:cNvPr>
          <p:cNvSpPr/>
          <p:nvPr userDrawn="1"/>
        </p:nvSpPr>
        <p:spPr>
          <a:xfrm>
            <a:off x="328" y="56855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bg object 25">
            <a:extLst>
              <a:ext uri="{FF2B5EF4-FFF2-40B4-BE49-F238E27FC236}">
                <a16:creationId xmlns:a16="http://schemas.microsoft.com/office/drawing/2014/main" id="{4FC6978A-6C2A-20B5-9F8F-EDD9FB214C15}"/>
              </a:ext>
            </a:extLst>
          </p:cNvPr>
          <p:cNvSpPr/>
          <p:nvPr userDrawn="1"/>
        </p:nvSpPr>
        <p:spPr>
          <a:xfrm>
            <a:off x="328" y="1140176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00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bg object 26">
            <a:extLst>
              <a:ext uri="{FF2B5EF4-FFF2-40B4-BE49-F238E27FC236}">
                <a16:creationId xmlns:a16="http://schemas.microsoft.com/office/drawing/2014/main" id="{AA71436F-BD64-EBC1-F3B9-DC15A4F31A74}"/>
              </a:ext>
            </a:extLst>
          </p:cNvPr>
          <p:cNvSpPr/>
          <p:nvPr userDrawn="1"/>
        </p:nvSpPr>
        <p:spPr>
          <a:xfrm>
            <a:off x="328" y="1711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70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bg object 27">
            <a:extLst>
              <a:ext uri="{FF2B5EF4-FFF2-40B4-BE49-F238E27FC236}">
                <a16:creationId xmlns:a16="http://schemas.microsoft.com/office/drawing/2014/main" id="{89B396C8-35F7-832E-736E-E5E1F8C30EA2}"/>
              </a:ext>
            </a:extLst>
          </p:cNvPr>
          <p:cNvSpPr/>
          <p:nvPr userDrawn="1"/>
        </p:nvSpPr>
        <p:spPr>
          <a:xfrm>
            <a:off x="328" y="2283410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39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28">
            <a:extLst>
              <a:ext uri="{FF2B5EF4-FFF2-40B4-BE49-F238E27FC236}">
                <a16:creationId xmlns:a16="http://schemas.microsoft.com/office/drawing/2014/main" id="{9C09FF89-70A7-A804-D2D5-18FF879D520B}"/>
              </a:ext>
            </a:extLst>
          </p:cNvPr>
          <p:cNvSpPr/>
          <p:nvPr userDrawn="1"/>
        </p:nvSpPr>
        <p:spPr>
          <a:xfrm>
            <a:off x="328" y="2855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1B50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bg object 29">
            <a:extLst>
              <a:ext uri="{FF2B5EF4-FFF2-40B4-BE49-F238E27FC236}">
                <a16:creationId xmlns:a16="http://schemas.microsoft.com/office/drawing/2014/main" id="{A9740FD9-A225-58B0-3D34-AB64C4484816}"/>
              </a:ext>
            </a:extLst>
          </p:cNvPr>
          <p:cNvSpPr/>
          <p:nvPr userDrawn="1"/>
        </p:nvSpPr>
        <p:spPr>
          <a:xfrm>
            <a:off x="328" y="3426793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7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bg object 30">
            <a:extLst>
              <a:ext uri="{FF2B5EF4-FFF2-40B4-BE49-F238E27FC236}">
                <a16:creationId xmlns:a16="http://schemas.microsoft.com/office/drawing/2014/main" id="{56658D08-1DFA-2F28-8226-63FB30DC0A6D}"/>
              </a:ext>
            </a:extLst>
          </p:cNvPr>
          <p:cNvSpPr/>
          <p:nvPr userDrawn="1"/>
        </p:nvSpPr>
        <p:spPr>
          <a:xfrm>
            <a:off x="328" y="3998411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8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bg object 31">
            <a:extLst>
              <a:ext uri="{FF2B5EF4-FFF2-40B4-BE49-F238E27FC236}">
                <a16:creationId xmlns:a16="http://schemas.microsoft.com/office/drawing/2014/main" id="{82333B4A-7BF8-AEEE-7239-25EC5287B668}"/>
              </a:ext>
            </a:extLst>
          </p:cNvPr>
          <p:cNvSpPr/>
          <p:nvPr userDrawn="1"/>
        </p:nvSpPr>
        <p:spPr>
          <a:xfrm>
            <a:off x="328" y="4570028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00A1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bg object 32">
            <a:extLst>
              <a:ext uri="{FF2B5EF4-FFF2-40B4-BE49-F238E27FC236}">
                <a16:creationId xmlns:a16="http://schemas.microsoft.com/office/drawing/2014/main" id="{7E823E38-1357-0BA8-7993-C519CE7CBA20}"/>
              </a:ext>
            </a:extLst>
          </p:cNvPr>
          <p:cNvSpPr/>
          <p:nvPr userDrawn="1"/>
        </p:nvSpPr>
        <p:spPr>
          <a:xfrm>
            <a:off x="328" y="5141645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5FD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33">
            <a:extLst>
              <a:ext uri="{FF2B5EF4-FFF2-40B4-BE49-F238E27FC236}">
                <a16:creationId xmlns:a16="http://schemas.microsoft.com/office/drawing/2014/main" id="{C29434F0-44B0-F2DA-8D3D-3E40DB480943}"/>
              </a:ext>
            </a:extLst>
          </p:cNvPr>
          <p:cNvSpPr/>
          <p:nvPr userDrawn="1"/>
        </p:nvSpPr>
        <p:spPr>
          <a:xfrm>
            <a:off x="328" y="5713262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5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7DDB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34">
            <a:extLst>
              <a:ext uri="{FF2B5EF4-FFF2-40B4-BE49-F238E27FC236}">
                <a16:creationId xmlns:a16="http://schemas.microsoft.com/office/drawing/2014/main" id="{1A5960FA-357B-C77B-6C0C-3F8B7DAF3DBF}"/>
              </a:ext>
            </a:extLst>
          </p:cNvPr>
          <p:cNvSpPr/>
          <p:nvPr userDrawn="1"/>
        </p:nvSpPr>
        <p:spPr>
          <a:xfrm>
            <a:off x="328" y="6284879"/>
            <a:ext cx="71120" cy="572135"/>
          </a:xfrm>
          <a:custGeom>
            <a:avLst/>
            <a:gdLst/>
            <a:ahLst/>
            <a:cxnLst/>
            <a:rect l="l" t="t" r="r" b="b"/>
            <a:pathLst>
              <a:path w="71120" h="572134">
                <a:moveTo>
                  <a:pt x="71070" y="571617"/>
                </a:moveTo>
                <a:lnTo>
                  <a:pt x="71070" y="0"/>
                </a:lnTo>
                <a:lnTo>
                  <a:pt x="0" y="0"/>
                </a:lnTo>
                <a:lnTo>
                  <a:pt x="0" y="571617"/>
                </a:lnTo>
                <a:lnTo>
                  <a:pt x="71070" y="571617"/>
                </a:lnTo>
                <a:close/>
              </a:path>
            </a:pathLst>
          </a:custGeom>
          <a:solidFill>
            <a:srgbClr val="9FD9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 descr="A line art of a city&#10;&#10;AI-generated content may be incorrect.">
            <a:extLst>
              <a:ext uri="{FF2B5EF4-FFF2-40B4-BE49-F238E27FC236}">
                <a16:creationId xmlns:a16="http://schemas.microsoft.com/office/drawing/2014/main" id="{6FA43F70-1339-F540-A16D-3CBD1E24270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96500" y="136466"/>
            <a:ext cx="1714500" cy="7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93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rajaksr/tasreeh-poc/blob/Development/README.md" TargetMode="External"/><Relationship Id="rId2" Type="http://schemas.openxmlformats.org/officeDocument/2006/relationships/hyperlink" Target="https://github.com/RapiddataCloud/tasreeh-poc.git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5284" y="2238247"/>
            <a:ext cx="10345116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000" dirty="0">
                <a:solidFill>
                  <a:schemeClr val="bg1"/>
                </a:solidFill>
                <a:latin typeface="+mn-lt"/>
              </a:rPr>
              <a:t>Tasreeh PO Approval System</a:t>
            </a:r>
            <a:br>
              <a:rPr lang="en-IN" sz="6000" dirty="0">
                <a:solidFill>
                  <a:schemeClr val="bg1"/>
                </a:solidFill>
                <a:latin typeface="+mn-lt"/>
              </a:rPr>
            </a:br>
            <a:br>
              <a:rPr lang="en-IN" sz="2400" dirty="0">
                <a:solidFill>
                  <a:schemeClr val="bg1"/>
                </a:solidFill>
                <a:latin typeface="+mn-lt"/>
              </a:rPr>
            </a:br>
            <a:r>
              <a:rPr lang="en-IN" sz="2400" dirty="0">
                <a:solidFill>
                  <a:schemeClr val="bg1"/>
                </a:solidFill>
                <a:latin typeface="+mn-lt"/>
              </a:rPr>
              <a:t>Proof of Concept (POC)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6049" y="238252"/>
            <a:ext cx="4635246" cy="1183132"/>
            <a:chOff x="646049" y="238252"/>
            <a:chExt cx="4635246" cy="1183132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49" y="405993"/>
              <a:ext cx="2551049" cy="5284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6991" y="238252"/>
              <a:ext cx="1924304" cy="1183132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4B007EC-26BA-AC46-6CE4-45CE0AE4E112}"/>
              </a:ext>
            </a:extLst>
          </p:cNvPr>
          <p:cNvSpPr txBox="1"/>
          <p:nvPr/>
        </p:nvSpPr>
        <p:spPr>
          <a:xfrm>
            <a:off x="494203" y="4648200"/>
            <a:ext cx="2226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Prepared by RapidData</a:t>
            </a:r>
            <a:endParaRPr lang="en-AE" sz="1600" dirty="0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9F526A3-CA47-CD1E-1E8F-763A1C75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44137220-D5B1-0C4A-428E-9EC16CC73D19}"/>
              </a:ext>
            </a:extLst>
          </p:cNvPr>
          <p:cNvSpPr/>
          <p:nvPr/>
        </p:nvSpPr>
        <p:spPr>
          <a:xfrm>
            <a:off x="457200" y="990600"/>
            <a:ext cx="11201400" cy="5168345"/>
          </a:xfrm>
          <a:prstGeom prst="snipRoundRect">
            <a:avLst/>
          </a:prstGeom>
          <a:solidFill>
            <a:srgbClr val="E1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3BF104E6-5708-61D2-E789-01023C8DD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5A614B-8448-4CC1-C8EA-4864719EEF41}"/>
              </a:ext>
            </a:extLst>
          </p:cNvPr>
          <p:cNvSpPr txBox="1"/>
          <p:nvPr/>
        </p:nvSpPr>
        <p:spPr>
          <a:xfrm>
            <a:off x="914400" y="1120382"/>
            <a:ext cx="10058400" cy="3292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 rtl="0">
              <a:lnSpc>
                <a:spcPct val="150000"/>
              </a:lnSpc>
              <a:defRPr/>
            </a:pP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The Tasreeh PO Approval System is a Proof of Concept (POC) built using a modern event-driven microservices architecture.</a:t>
            </a:r>
          </a:p>
          <a:p>
            <a:pPr algn="l" defTabSz="457200" rtl="0">
              <a:lnSpc>
                <a:spcPct val="150000"/>
              </a:lnSpc>
              <a:defRPr/>
            </a:pPr>
            <a:endParaRPr lang="en-US" sz="1400" kern="1200" dirty="0">
              <a:solidFill>
                <a:srgbClr val="404040"/>
              </a:solidFill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  <a:p>
            <a:pPr algn="l" defTabSz="457200" rtl="0">
              <a:lnSpc>
                <a:spcPct val="150000"/>
              </a:lnSpc>
              <a:defRPr/>
            </a:pPr>
            <a:r>
              <a:rPr lang="en-US" sz="1400" b="1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This POC demonstrates:-  </a:t>
            </a:r>
          </a:p>
          <a:p>
            <a:pPr marL="285750" indent="-285750" algn="l" defTabSz="457200" rtl="0">
              <a:lnSpc>
                <a:spcPct val="150000"/>
              </a:lnSpc>
              <a:buFontTx/>
              <a:buChar char="-"/>
              <a:defRPr/>
            </a:pP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Secure authentication using </a:t>
            </a:r>
            <a:r>
              <a:rPr lang="en-US" sz="1400" kern="1200" dirty="0" err="1">
                <a:solidFill>
                  <a:srgbClr val="40404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Keycloak</a:t>
            </a: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(OAuth2 / OpenID Connect)</a:t>
            </a:r>
          </a:p>
          <a:p>
            <a:pPr marL="285750" indent="-285750" algn="l" defTabSz="457200" rtl="0">
              <a:lnSpc>
                <a:spcPct val="150000"/>
              </a:lnSpc>
              <a:buFontTx/>
              <a:buChar char="-"/>
              <a:defRPr/>
            </a:pP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API Gateway routing using </a:t>
            </a:r>
            <a:r>
              <a:rPr lang="en-US" sz="1400" kern="1200" dirty="0" err="1">
                <a:solidFill>
                  <a:srgbClr val="40404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KrakenD</a:t>
            </a:r>
            <a:endParaRPr lang="en-US" sz="1400" kern="1200" dirty="0">
              <a:solidFill>
                <a:srgbClr val="404040"/>
              </a:solidFill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285750" indent="-285750" algn="l" defTabSz="457200" rtl="0">
              <a:lnSpc>
                <a:spcPct val="150000"/>
              </a:lnSpc>
              <a:buFontTx/>
              <a:buChar char="-"/>
              <a:defRPr/>
            </a:pP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Event-driven communication using Kafka (</a:t>
            </a:r>
            <a:r>
              <a:rPr lang="en-US" sz="1400" kern="1200" dirty="0" err="1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Redpanda</a:t>
            </a: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85750" indent="-285750" algn="l" defTabSz="457200" rtl="0">
              <a:lnSpc>
                <a:spcPct val="150000"/>
              </a:lnSpc>
              <a:buFontTx/>
              <a:buChar char="-"/>
              <a:defRPr/>
            </a:pP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Distributed tracing using </a:t>
            </a:r>
            <a:r>
              <a:rPr lang="en-US" sz="1400" kern="1200" dirty="0" err="1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OpenTelemetry</a:t>
            </a: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 + Jaeger</a:t>
            </a:r>
          </a:p>
          <a:p>
            <a:pPr marL="285750" indent="-285750" algn="l" defTabSz="457200" rtl="0">
              <a:lnSpc>
                <a:spcPct val="150000"/>
              </a:lnSpc>
              <a:buFontTx/>
              <a:buChar char="-"/>
              <a:defRPr/>
            </a:pP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Spring Boot microservices</a:t>
            </a:r>
          </a:p>
          <a:p>
            <a:pPr marL="285750" indent="-285750" algn="l" defTabSz="457200" rtl="0">
              <a:lnSpc>
                <a:spcPct val="150000"/>
              </a:lnSpc>
              <a:buFontTx/>
              <a:buChar char="-"/>
              <a:defRPr/>
            </a:pP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Angular frontend UI</a:t>
            </a:r>
          </a:p>
          <a:p>
            <a:pPr marL="285750" indent="-285750" algn="l" defTabSz="457200" rtl="0">
              <a:lnSpc>
                <a:spcPct val="150000"/>
              </a:lnSpc>
              <a:buFontTx/>
              <a:buChar char="-"/>
              <a:defRPr/>
            </a:pPr>
            <a:r>
              <a:rPr lang="en-US" sz="1400" kern="1200" dirty="0">
                <a:solidFill>
                  <a:srgbClr val="404040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Fully containerized execution using Docker Compose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EE2CA-5735-078C-7B36-C48BADB5C178}"/>
              </a:ext>
            </a:extLst>
          </p:cNvPr>
          <p:cNvSpPr txBox="1"/>
          <p:nvPr/>
        </p:nvSpPr>
        <p:spPr>
          <a:xfrm>
            <a:off x="519684" y="304800"/>
            <a:ext cx="8243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1" dirty="0">
                <a:latin typeface="Aptos" panose="020B0004020202020204" pitchFamily="34" charset="0"/>
              </a:rPr>
              <a:t>✅ </a:t>
            </a:r>
            <a:r>
              <a:rPr lang="en-US" sz="2400" b="1" u="none" spc="-65" dirty="0">
                <a:solidFill>
                  <a:srgbClr val="242424"/>
                </a:solidFill>
                <a:latin typeface="Aptos" panose="020B0004020202020204" pitchFamily="34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488187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CE27B-4E62-E336-A767-2E4DFA79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D045CC-F7B8-2219-48E8-7CC46BD9D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661" y="171983"/>
            <a:ext cx="11012677" cy="628377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73660" algn="l" rtl="0">
              <a:lnSpc>
                <a:spcPct val="100000"/>
              </a:lnSpc>
              <a:spcBef>
                <a:spcPts val="95"/>
              </a:spcBef>
              <a:defRPr/>
            </a:pPr>
            <a:r>
              <a:rPr lang="en-IN" b="0" spc="-65" dirty="0">
                <a:solidFill>
                  <a:srgbClr val="242424"/>
                </a:solidFill>
                <a:latin typeface="Aptos" panose="020B0004020202020204" pitchFamily="34" charset="0"/>
              </a:rPr>
              <a:t>Architecture</a:t>
            </a:r>
            <a:endParaRPr b="0" spc="-65" dirty="0">
              <a:solidFill>
                <a:srgbClr val="242424"/>
              </a:solidFill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12C016-8772-FEFD-6536-1FDAE499A4C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826253" y="6536792"/>
            <a:ext cx="295084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  <a:defRPr/>
            </a:pPr>
            <a:r>
              <a:rPr lang="en-US" dirty="0"/>
              <a:t>Ports, Customs and Free Zone Corporation ("PCFC")</a:t>
            </a:r>
            <a:endParaRPr lang="en-IN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86835A4-2DE3-9A88-32E9-85DFDEAF238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</a:rPr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8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F797B-F0A6-7D9B-662F-AF529287D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32" y="1210736"/>
            <a:ext cx="10896600" cy="485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27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AF13B-5CE1-AF10-82B0-C8D8252A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C8DD1F-5B5D-9992-13CC-3A20E1944A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661" y="171983"/>
            <a:ext cx="11012677" cy="628377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73660" algn="l" rtl="0">
              <a:lnSpc>
                <a:spcPct val="100000"/>
              </a:lnSpc>
              <a:spcBef>
                <a:spcPts val="95"/>
              </a:spcBef>
              <a:defRPr/>
            </a:pPr>
            <a:r>
              <a:rPr lang="en-IN" b="0" spc="-65" dirty="0">
                <a:solidFill>
                  <a:srgbClr val="242424"/>
                </a:solidFill>
                <a:latin typeface="Aptos" panose="020B0004020202020204" pitchFamily="34" charset="0"/>
              </a:rPr>
              <a:t>Technology &amp; Dependency Modules</a:t>
            </a:r>
            <a:endParaRPr b="0" spc="-65" dirty="0">
              <a:solidFill>
                <a:srgbClr val="242424"/>
              </a:solidFill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C0E07ED-205D-3CFD-08E1-2D599C24415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826253" y="6536792"/>
            <a:ext cx="295084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  <a:defRPr/>
            </a:pPr>
            <a:r>
              <a:rPr lang="en-US" dirty="0"/>
              <a:t>Ports, Customs and Free Zone Corporation ("PCFC")</a:t>
            </a:r>
            <a:endParaRPr lang="en-IN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E16A39E-9C60-92EC-C466-A6409437ED9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</a:rPr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8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10E49C-A83F-D997-2906-470B71EAF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32702"/>
              </p:ext>
            </p:extLst>
          </p:nvPr>
        </p:nvGraphicFramePr>
        <p:xfrm>
          <a:off x="589661" y="990600"/>
          <a:ext cx="11145138" cy="5044908"/>
        </p:xfrm>
        <a:graphic>
          <a:graphicData uri="http://schemas.openxmlformats.org/drawingml/2006/table">
            <a:tbl>
              <a:tblPr/>
              <a:tblGrid>
                <a:gridCol w="763147">
                  <a:extLst>
                    <a:ext uri="{9D8B030D-6E8A-4147-A177-3AD203B41FA5}">
                      <a16:colId xmlns:a16="http://schemas.microsoft.com/office/drawing/2014/main" val="2152239523"/>
                    </a:ext>
                  </a:extLst>
                </a:gridCol>
                <a:gridCol w="1955567">
                  <a:extLst>
                    <a:ext uri="{9D8B030D-6E8A-4147-A177-3AD203B41FA5}">
                      <a16:colId xmlns:a16="http://schemas.microsoft.com/office/drawing/2014/main" val="2783994920"/>
                    </a:ext>
                  </a:extLst>
                </a:gridCol>
                <a:gridCol w="2162253">
                  <a:extLst>
                    <a:ext uri="{9D8B030D-6E8A-4147-A177-3AD203B41FA5}">
                      <a16:colId xmlns:a16="http://schemas.microsoft.com/office/drawing/2014/main" val="3457046045"/>
                    </a:ext>
                  </a:extLst>
                </a:gridCol>
                <a:gridCol w="1387372">
                  <a:extLst>
                    <a:ext uri="{9D8B030D-6E8A-4147-A177-3AD203B41FA5}">
                      <a16:colId xmlns:a16="http://schemas.microsoft.com/office/drawing/2014/main" val="3742277148"/>
                    </a:ext>
                  </a:extLst>
                </a:gridCol>
                <a:gridCol w="4876799">
                  <a:extLst>
                    <a:ext uri="{9D8B030D-6E8A-4147-A177-3AD203B41FA5}">
                      <a16:colId xmlns:a16="http://schemas.microsoft.com/office/drawing/2014/main" val="2276880625"/>
                    </a:ext>
                  </a:extLst>
                </a:gridCol>
              </a:tblGrid>
              <a:tr h="419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Dependency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622627"/>
                  </a:ext>
                </a:extLst>
              </a:tr>
              <a:tr h="419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Angular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21.1.4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@angular/core, @angular/common, @angular/router, @angular/forms, rxjs, zone.js, typescript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677629"/>
                  </a:ext>
                </a:extLst>
              </a:tr>
              <a:tr h="419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Node.js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22.17.0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npm, npx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421391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Angular CLI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@angular/cli, webpack, esbuild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081412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Keycloak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JS Adapter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keycloak-js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57508"/>
                  </a:ext>
                </a:extLst>
              </a:tr>
              <a:tr h="419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API Gateway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KrakenD (CE)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Go runtime, JWT validator, CORS middleware, rate limiting plugin, OpenTelemetry exporter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59679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Reverse Proxy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1.29.5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ngx_http_proxy_module, ngx_http_ssl_module, ngx_http_gzip_module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382440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Identity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Keycloak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26.5.4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Quarkus runtime, Infinispan cache, Hibernate ORM, PostgreSQL JDBC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762059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Messaging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Kafka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7.5.0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Java runtime, Zookeeper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65129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Messaging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Zookeeper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7.5.0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Java 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115904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Observability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Jaeger (all-in-one)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Collector, Query Service,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589883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Observability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OpenTelemetry Collector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OTLP receiver, Jaeger exporter, batch processor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069005"/>
                  </a:ext>
                </a:extLst>
              </a:tr>
              <a:tr h="2580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PostgreSQL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90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064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0F59-2DB5-E7E4-FB94-47998131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784F9F-5347-135F-121A-92C42F1EA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661" y="171983"/>
            <a:ext cx="11012677" cy="628377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73660" algn="l" rtl="0">
              <a:lnSpc>
                <a:spcPct val="100000"/>
              </a:lnSpc>
              <a:spcBef>
                <a:spcPts val="95"/>
              </a:spcBef>
              <a:defRPr/>
            </a:pPr>
            <a:r>
              <a:rPr lang="en-IN" b="0" spc="-65" dirty="0">
                <a:solidFill>
                  <a:srgbClr val="242424"/>
                </a:solidFill>
                <a:latin typeface="Aptos" panose="020B0004020202020204" pitchFamily="34" charset="0"/>
              </a:rPr>
              <a:t>Technology &amp; Dependency Modules</a:t>
            </a:r>
            <a:endParaRPr b="0" spc="-65" dirty="0">
              <a:solidFill>
                <a:srgbClr val="242424"/>
              </a:solidFill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6C4FAE-2E13-E6FC-A3F9-4BCAB9A0417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826253" y="6536792"/>
            <a:ext cx="295084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  <a:defRPr/>
            </a:pPr>
            <a:r>
              <a:rPr lang="en-US" dirty="0"/>
              <a:t>Ports, Customs and Free Zone Corporation ("PCFC")</a:t>
            </a:r>
            <a:endParaRPr lang="en-IN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2B75520-C08F-14E7-018F-77D41B656BD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</a:rPr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8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8B85B6-BA6B-63E7-2C5F-F91305AB7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816590"/>
              </p:ext>
            </p:extLst>
          </p:nvPr>
        </p:nvGraphicFramePr>
        <p:xfrm>
          <a:off x="589661" y="990600"/>
          <a:ext cx="11145138" cy="1973814"/>
        </p:xfrm>
        <a:graphic>
          <a:graphicData uri="http://schemas.openxmlformats.org/drawingml/2006/table">
            <a:tbl>
              <a:tblPr/>
              <a:tblGrid>
                <a:gridCol w="763147">
                  <a:extLst>
                    <a:ext uri="{9D8B030D-6E8A-4147-A177-3AD203B41FA5}">
                      <a16:colId xmlns:a16="http://schemas.microsoft.com/office/drawing/2014/main" val="2152239523"/>
                    </a:ext>
                  </a:extLst>
                </a:gridCol>
                <a:gridCol w="1955567">
                  <a:extLst>
                    <a:ext uri="{9D8B030D-6E8A-4147-A177-3AD203B41FA5}">
                      <a16:colId xmlns:a16="http://schemas.microsoft.com/office/drawing/2014/main" val="2783994920"/>
                    </a:ext>
                  </a:extLst>
                </a:gridCol>
                <a:gridCol w="2162253">
                  <a:extLst>
                    <a:ext uri="{9D8B030D-6E8A-4147-A177-3AD203B41FA5}">
                      <a16:colId xmlns:a16="http://schemas.microsoft.com/office/drawing/2014/main" val="3457046045"/>
                    </a:ext>
                  </a:extLst>
                </a:gridCol>
                <a:gridCol w="1387372">
                  <a:extLst>
                    <a:ext uri="{9D8B030D-6E8A-4147-A177-3AD203B41FA5}">
                      <a16:colId xmlns:a16="http://schemas.microsoft.com/office/drawing/2014/main" val="3742277148"/>
                    </a:ext>
                  </a:extLst>
                </a:gridCol>
                <a:gridCol w="4876799">
                  <a:extLst>
                    <a:ext uri="{9D8B030D-6E8A-4147-A177-3AD203B41FA5}">
                      <a16:colId xmlns:a16="http://schemas.microsoft.com/office/drawing/2014/main" val="2276880625"/>
                    </a:ext>
                  </a:extLst>
                </a:gridCol>
              </a:tblGrid>
              <a:tr h="419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Dependency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622627"/>
                  </a:ext>
                </a:extLst>
              </a:tr>
              <a:tr h="419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13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Backend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Order Service (Spring Boot)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spring-boot-starter-web, spring-boot-starter-data-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jpa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spring-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kafka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postgresql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spring-security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021208"/>
                  </a:ext>
                </a:extLst>
              </a:tr>
              <a:tr h="419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Backend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Workflow Service (Spring Boot)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spring-boot-starter-web, spring-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kafka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spring-data,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opentelemetry-javaagent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929103"/>
                  </a:ext>
                </a:extLst>
              </a:tr>
              <a:tr h="4193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Backend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Notification Service (Spring Boot)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spring-boot-starter-web, spring-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kafka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opentelemetry-javaagent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152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00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17424-18A7-EA18-AA37-4EEEF397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120E75-540A-E634-810F-A2741D752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661" y="171983"/>
            <a:ext cx="11012677" cy="628377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73660" algn="l" rtl="0">
              <a:lnSpc>
                <a:spcPct val="100000"/>
              </a:lnSpc>
              <a:spcBef>
                <a:spcPts val="95"/>
              </a:spcBef>
              <a:defRPr/>
            </a:pPr>
            <a:r>
              <a:rPr lang="en-IN" b="0" spc="-65" dirty="0">
                <a:solidFill>
                  <a:srgbClr val="242424"/>
                </a:solidFill>
                <a:latin typeface="Aptos" panose="020B0004020202020204" pitchFamily="34" charset="0"/>
              </a:rPr>
              <a:t>Evaluation Criteria- Compliance Matrix</a:t>
            </a:r>
            <a:endParaRPr b="0" spc="-65" dirty="0">
              <a:solidFill>
                <a:srgbClr val="242424"/>
              </a:solidFill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2549126-46F0-A7BC-D0A8-36ABB7CC7D8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826253" y="6536792"/>
            <a:ext cx="295084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  <a:defRPr/>
            </a:pPr>
            <a:r>
              <a:rPr lang="en-US" dirty="0"/>
              <a:t>Ports, Customs and Free Zone Corporation ("PCFC")</a:t>
            </a:r>
            <a:endParaRPr lang="en-IN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9A86DF0-231F-965A-8058-CEFE5704C61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</a:rPr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8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969BA5-0D03-D258-BE51-124231FA4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636089"/>
              </p:ext>
            </p:extLst>
          </p:nvPr>
        </p:nvGraphicFramePr>
        <p:xfrm>
          <a:off x="609600" y="929640"/>
          <a:ext cx="11125200" cy="5252499"/>
        </p:xfrm>
        <a:graphic>
          <a:graphicData uri="http://schemas.openxmlformats.org/drawingml/2006/table">
            <a:tbl>
              <a:tblPr firstRow="1"/>
              <a:tblGrid>
                <a:gridCol w="3726578">
                  <a:extLst>
                    <a:ext uri="{9D8B030D-6E8A-4147-A177-3AD203B41FA5}">
                      <a16:colId xmlns:a16="http://schemas.microsoft.com/office/drawing/2014/main" val="3904621610"/>
                    </a:ext>
                  </a:extLst>
                </a:gridCol>
                <a:gridCol w="1424571">
                  <a:extLst>
                    <a:ext uri="{9D8B030D-6E8A-4147-A177-3AD203B41FA5}">
                      <a16:colId xmlns:a16="http://schemas.microsoft.com/office/drawing/2014/main" val="1998058429"/>
                    </a:ext>
                  </a:extLst>
                </a:gridCol>
                <a:gridCol w="5974051">
                  <a:extLst>
                    <a:ext uri="{9D8B030D-6E8A-4147-A177-3AD203B41FA5}">
                      <a16:colId xmlns:a16="http://schemas.microsoft.com/office/drawing/2014/main" val="3066874235"/>
                    </a:ext>
                  </a:extLst>
                </a:gridCol>
              </a:tblGrid>
              <a:tr h="37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Criterion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400652"/>
                  </a:ext>
                </a:extLst>
              </a:tr>
              <a:tr h="3013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Strict Kafka-only inter-service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All microservices (Order, Workflow, Notification) communicate via Kafka/Redpanda topics. No direct REST calls between services.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988103"/>
                  </a:ext>
                </a:extLst>
              </a:tr>
              <a:tr h="3013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KrakenD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+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Keycloak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JWT integration (HTTP &amp; WebSocket)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KrakenD validates JWT issued by Keycloak. HTTP endpoints protected. WebSocket handshake includes JWT validation.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614791"/>
                  </a:ext>
                </a:extLst>
              </a:tr>
              <a:tr h="3013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Real-time WebSocket/SSE client updates (no polling)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Angular client receives event updates via WebSocket. No polling mechanism used. Fully event-driven UI updates.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8186"/>
                  </a:ext>
                </a:extLst>
              </a:tr>
              <a:tr h="4519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Proper Keycloak realm/client/role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Dedicated realm created. Separate clients for UI and services. Role-based access (USER, APPROVER, ADMIN). Token mappers configured.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522399"/>
                  </a:ext>
                </a:extLst>
              </a:tr>
              <a:tr h="4519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Angular integration (token injection, guards, WS service, interceptor)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Angular HTTP interceptor injects Bearer token. Route guards implemented. Dedicated WebSocket service handles authenticated connections.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453931"/>
                  </a:ext>
                </a:extLst>
              </a:tr>
              <a:tr h="4519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Open-BPMN usage and BPMN-to-code traceability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BPMN models version-controlled. Workflow-service maps BPMN nodes to Kafka events and service handlers. End-to-end traceability documented.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241506"/>
                  </a:ext>
                </a:extLst>
              </a:tr>
              <a:tr h="4519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Working docker-compose (full stack up in &lt; 5 minutes)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Single docker-compose brings up: Redpanda, PostgreSQL, Keycloak, KrakenD, OpenTelemetry, Jaeger, Microservices, Angular UI. Startup tested under 5 minutes.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595958"/>
                  </a:ext>
                </a:extLst>
              </a:tr>
              <a:tr h="3013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Clean, maintainable code and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Modular folder structure. Environment-based configs. Centralized logging. Proper naming conventions and separation of concerns.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229771"/>
                  </a:ext>
                </a:extLst>
              </a:tr>
              <a:tr h="4519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Event-driven design maturity (idempotency, eventual consistency, dead-letter handling)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Consumers implement idempotent processing. DLQ topics configured. Retry strategy enabled. System designed for eventual consistency.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79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596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2780E-AD25-D84C-F84F-D6D4A6EF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74FB1B-1930-75B2-2353-5BC9975338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661" y="171983"/>
            <a:ext cx="11012677" cy="628377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73660" algn="l" rtl="0">
              <a:lnSpc>
                <a:spcPct val="100000"/>
              </a:lnSpc>
              <a:spcBef>
                <a:spcPts val="95"/>
              </a:spcBef>
              <a:defRPr/>
            </a:pPr>
            <a:r>
              <a:rPr lang="en-IN" b="0" spc="-65" dirty="0">
                <a:solidFill>
                  <a:srgbClr val="242424"/>
                </a:solidFill>
                <a:latin typeface="Aptos" panose="020B0004020202020204" pitchFamily="34" charset="0"/>
              </a:rPr>
              <a:t>Bonus Points - Compliance Matrix</a:t>
            </a:r>
            <a:endParaRPr b="0" spc="-65" dirty="0">
              <a:solidFill>
                <a:srgbClr val="242424"/>
              </a:solidFill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C692688-ABCE-3DF5-76F0-3C61ED1DD2D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826253" y="6536792"/>
            <a:ext cx="295084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  <a:defRPr/>
            </a:pPr>
            <a:r>
              <a:rPr lang="en-US" dirty="0"/>
              <a:t>Ports, Customs and Free Zone Corporation ("PCFC")</a:t>
            </a:r>
            <a:endParaRPr lang="en-IN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C53C0FE-0C91-7B78-749A-9E4EE3A4EA6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</a:rPr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8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9D355F-064A-3F22-DA7A-1B64C29AE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622501"/>
              </p:ext>
            </p:extLst>
          </p:nvPr>
        </p:nvGraphicFramePr>
        <p:xfrm>
          <a:off x="609599" y="990600"/>
          <a:ext cx="11012678" cy="4922520"/>
        </p:xfrm>
        <a:graphic>
          <a:graphicData uri="http://schemas.openxmlformats.org/drawingml/2006/table">
            <a:tbl>
              <a:tblPr firstRow="1"/>
              <a:tblGrid>
                <a:gridCol w="3827572">
                  <a:extLst>
                    <a:ext uri="{9D8B030D-6E8A-4147-A177-3AD203B41FA5}">
                      <a16:colId xmlns:a16="http://schemas.microsoft.com/office/drawing/2014/main" val="2873568690"/>
                    </a:ext>
                  </a:extLst>
                </a:gridCol>
                <a:gridCol w="1377926">
                  <a:extLst>
                    <a:ext uri="{9D8B030D-6E8A-4147-A177-3AD203B41FA5}">
                      <a16:colId xmlns:a16="http://schemas.microsoft.com/office/drawing/2014/main" val="97001921"/>
                    </a:ext>
                  </a:extLst>
                </a:gridCol>
                <a:gridCol w="5807180">
                  <a:extLst>
                    <a:ext uri="{9D8B030D-6E8A-4147-A177-3AD203B41FA5}">
                      <a16:colId xmlns:a16="http://schemas.microsoft.com/office/drawing/2014/main" val="28423828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Bonus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44197"/>
                  </a:ext>
                </a:extLst>
              </a:tr>
              <a:tr h="3703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Implement a dead-letter topic for failed event processing with retry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DLQ topic configured per consumer. Failed messages are retried with backoff; after max retries, routed to DLQ with error metadata for analysis/replay.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773891"/>
                  </a:ext>
                </a:extLst>
              </a:tr>
              <a:tr h="3703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Add idempotency keys to events and demonstrate duplicate-safe consumption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Events include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eventId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idempotencyKey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. Consumers store processed keys (DB table/cache) and safely ignore duplicates to ensure exactly-once 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business effect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683960"/>
                  </a:ext>
                </a:extLst>
              </a:tr>
              <a:tr h="3703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Implement WebSocket reconnection with state recovery (client receives missed updates after reconnect)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WS client auto-reconnects with exponential backoff. On reconnect, client sends lastEventId and server replays missed updates (or fetches from event store/redis buffer).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430707"/>
                  </a:ext>
                </a:extLst>
              </a:tr>
              <a:tr h="4938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Add a manager role flow: managers see pending approvals and can approve/reject via the UI, triggering Kafka events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Added MANAGER role in Keycloak. Manager dashboard lists pending approvals; approve/reject emits Kafka events processed by workflow/order services.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62292"/>
                  </a:ext>
                </a:extLst>
              </a:tr>
              <a:tr h="4938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Implement event sourcing: derive current state from the event log rather than mutable DB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Implemented event log as source of truth. Read models/materialized views generated from events; mutable state is derived via projections (DB is a projection store).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297757"/>
                  </a:ext>
                </a:extLst>
              </a:tr>
              <a:tr h="4938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Add OpenTelemetry tracing across services (correlate a single request from Angular through Kafka to notification)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Trace context propagated from Angular →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KrakenD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→ services. Kafka headers carry trace context; Jaeger shows correlated spans across producers/consumers.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981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969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1A046-99C5-0900-07EC-4B232391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DF7D0D-046E-6EC6-C06D-6166E5351B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661" y="171983"/>
            <a:ext cx="11012677" cy="628377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73660" algn="l" rtl="0">
              <a:lnSpc>
                <a:spcPct val="100000"/>
              </a:lnSpc>
              <a:spcBef>
                <a:spcPts val="95"/>
              </a:spcBef>
              <a:defRPr/>
            </a:pPr>
            <a:r>
              <a:rPr lang="en-IN" b="0" spc="-65" dirty="0">
                <a:solidFill>
                  <a:srgbClr val="242424"/>
                </a:solidFill>
                <a:latin typeface="Aptos" panose="020B0004020202020204" pitchFamily="34" charset="0"/>
              </a:rPr>
              <a:t>Bonus Points - Compliance Matrix</a:t>
            </a:r>
            <a:endParaRPr b="0" spc="-65" dirty="0">
              <a:solidFill>
                <a:srgbClr val="242424"/>
              </a:solidFill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4B4D98E-AE74-3AA2-31A3-E5C1E62E664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826253" y="6536792"/>
            <a:ext cx="295084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  <a:defRPr/>
            </a:pPr>
            <a:r>
              <a:rPr lang="en-US" dirty="0"/>
              <a:t>Ports, Customs and Free Zone Corporation ("PCFC")</a:t>
            </a:r>
            <a:endParaRPr lang="en-IN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A9B26DD-1734-5014-BAC1-2EC0392B859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</a:rPr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8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7165F6-5AED-96B5-240A-35C723721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62159"/>
              </p:ext>
            </p:extLst>
          </p:nvPr>
        </p:nvGraphicFramePr>
        <p:xfrm>
          <a:off x="609599" y="990600"/>
          <a:ext cx="11012678" cy="1783080"/>
        </p:xfrm>
        <a:graphic>
          <a:graphicData uri="http://schemas.openxmlformats.org/drawingml/2006/table">
            <a:tbl>
              <a:tblPr firstRow="1"/>
              <a:tblGrid>
                <a:gridCol w="3827572">
                  <a:extLst>
                    <a:ext uri="{9D8B030D-6E8A-4147-A177-3AD203B41FA5}">
                      <a16:colId xmlns:a16="http://schemas.microsoft.com/office/drawing/2014/main" val="2873568690"/>
                    </a:ext>
                  </a:extLst>
                </a:gridCol>
                <a:gridCol w="1377926">
                  <a:extLst>
                    <a:ext uri="{9D8B030D-6E8A-4147-A177-3AD203B41FA5}">
                      <a16:colId xmlns:a16="http://schemas.microsoft.com/office/drawing/2014/main" val="97001921"/>
                    </a:ext>
                  </a:extLst>
                </a:gridCol>
                <a:gridCol w="5807180">
                  <a:extLst>
                    <a:ext uri="{9D8B030D-6E8A-4147-A177-3AD203B41FA5}">
                      <a16:colId xmlns:a16="http://schemas.microsoft.com/office/drawing/2014/main" val="28423828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Bonus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44197"/>
                  </a:ext>
                </a:extLst>
              </a:tr>
              <a:tr h="3703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Write integration tests that verify the full Kafka event flow end-to-end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End-to-end tests spin up stack (Testcontainers/Docker). Tests publish events and assert downstream state + notifications + DLQ behavior.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773891"/>
                  </a:ext>
                </a:extLst>
              </a:tr>
              <a:tr h="3703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Implement graceful shutdown handling for WebSocket connections and Kafka consumers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WS connections close with proper codes; server drains pending sends. Kafka consumers stop polling, commit offsets, and close cleanly on SIGTERM to avoid partial processing.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683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78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AFA7D-35F4-482E-4215-102564B3B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1A4E4F-C528-4821-445A-E8364D724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661" y="171983"/>
            <a:ext cx="11012677" cy="628377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73660" algn="l" rtl="0">
              <a:lnSpc>
                <a:spcPct val="100000"/>
              </a:lnSpc>
              <a:spcBef>
                <a:spcPts val="95"/>
              </a:spcBef>
              <a:defRPr/>
            </a:pPr>
            <a:r>
              <a:rPr lang="en-IN" b="0" spc="-65" dirty="0">
                <a:solidFill>
                  <a:srgbClr val="242424"/>
                </a:solidFill>
                <a:latin typeface="Aptos" panose="020B0004020202020204" pitchFamily="34" charset="0"/>
              </a:rPr>
              <a:t>Deliverables</a:t>
            </a:r>
            <a:endParaRPr b="0" spc="-65" dirty="0">
              <a:solidFill>
                <a:srgbClr val="242424"/>
              </a:solidFill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F0A1499-0A17-5D7A-04DD-04E792105C3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826253" y="6536792"/>
            <a:ext cx="2950845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  <a:defRPr/>
            </a:pPr>
            <a:r>
              <a:rPr lang="en-US" dirty="0"/>
              <a:t>Ports, Customs and Free Zone Corporation ("PCFC")</a:t>
            </a:r>
            <a:endParaRPr lang="en-IN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53D4C67-08A6-43E7-0494-D1943CA872C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</a:rPr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8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1F1F1B-8DD9-CB79-0DB9-92B6CE7CF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51628"/>
              </p:ext>
            </p:extLst>
          </p:nvPr>
        </p:nvGraphicFramePr>
        <p:xfrm>
          <a:off x="650049" y="944880"/>
          <a:ext cx="11012676" cy="4900764"/>
        </p:xfrm>
        <a:graphic>
          <a:graphicData uri="http://schemas.openxmlformats.org/drawingml/2006/table">
            <a:tbl>
              <a:tblPr/>
              <a:tblGrid>
                <a:gridCol w="2397951">
                  <a:extLst>
                    <a:ext uri="{9D8B030D-6E8A-4147-A177-3AD203B41FA5}">
                      <a16:colId xmlns:a16="http://schemas.microsoft.com/office/drawing/2014/main" val="282529474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182966118"/>
                    </a:ext>
                  </a:extLst>
                </a:gridCol>
                <a:gridCol w="5642925">
                  <a:extLst>
                    <a:ext uri="{9D8B030D-6E8A-4147-A177-3AD203B41FA5}">
                      <a16:colId xmlns:a16="http://schemas.microsoft.com/office/drawing/2014/main" val="1905248920"/>
                    </a:ext>
                  </a:extLst>
                </a:gridCol>
              </a:tblGrid>
              <a:tr h="3467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Deliverable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Link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Remarks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176589"/>
                  </a:ext>
                </a:extLst>
              </a:tr>
              <a:tr h="34240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Git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dirty="0">
                          <a:hlinkClick r:id="rId2" tooltip="https://github.com/rapiddatacloud/tasreeh-poc.git"/>
                        </a:rPr>
                        <a:t>https://github.com/RapiddataCloud/tasreeh-poc.git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Root Structure Includes:</a:t>
                      </a:r>
                      <a:b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b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/Architecture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Architecture diagrams</a:t>
                      </a:r>
                      <a:b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/frontend/</a:t>
                      </a:r>
                      <a:r>
                        <a:rPr lang="en-I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tasreeh</a:t>
                      </a: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-po-approval-</a:t>
                      </a:r>
                      <a:r>
                        <a:rPr lang="en-I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ui</a:t>
                      </a: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Angular application (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Keycloak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integration, interceptor, guards, WebSocket service)</a:t>
                      </a:r>
                      <a:b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/gateway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KrakenD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configuration (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krakend.json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) including JWT validation + WebSocket proxy</a:t>
                      </a:r>
                      <a:b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I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keycloak</a:t>
                      </a: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realm-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export.json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with realm, clients, roles </a:t>
                      </a: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/services/order-service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Purchase request APIs + Kafka producer</a:t>
                      </a:r>
                      <a:b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/services/workflow-service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BPMN execution + Kafka consumer</a:t>
                      </a:r>
                      <a:b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/services/notification-service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WebSocket push + Kafka consumer</a:t>
                      </a:r>
                      <a:b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I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kafka</a:t>
                      </a: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Topic configuration and DLQ setup</a:t>
                      </a:r>
                      <a:b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I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bpmn</a:t>
                      </a: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Open-BPMN .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bpmn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workflow file</a:t>
                      </a:r>
                      <a:b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docker-</a:t>
                      </a:r>
                      <a:r>
                        <a:rPr lang="en-I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compose.yml</a:t>
                      </a: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– Full stack startup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984349"/>
                  </a:ext>
                </a:extLst>
              </a:tr>
              <a:tr h="5676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README.md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hlinkClick r:id="rId3"/>
                        </a:rPr>
                        <a:t>https://github.com/tasreeh-poc/blob/Development/README.md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631214"/>
                  </a:ext>
                </a:extLst>
              </a:tr>
              <a:tr h="5623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Demo (Screenshots / Video)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&lt;Video / Drive Link&gt;</a:t>
                      </a:r>
                    </a:p>
                    <a:p>
                      <a:pPr algn="l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165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355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6" r="16656"/>
          <a:stretch>
            <a:fillRect/>
          </a:stretch>
        </p:blipFill>
        <p:spPr>
          <a:xfrm>
            <a:off x="807141" y="850681"/>
            <a:ext cx="5156638" cy="5156638"/>
          </a:xfrm>
          <a:custGeom>
            <a:avLst/>
            <a:gdLst>
              <a:gd name="connsiteX0" fmla="*/ 2578319 w 5156638"/>
              <a:gd name="connsiteY0" fmla="*/ 0 h 5156638"/>
              <a:gd name="connsiteX1" fmla="*/ 5156638 w 5156638"/>
              <a:gd name="connsiteY1" fmla="*/ 2578319 h 5156638"/>
              <a:gd name="connsiteX2" fmla="*/ 2578319 w 5156638"/>
              <a:gd name="connsiteY2" fmla="*/ 5156638 h 5156638"/>
              <a:gd name="connsiteX3" fmla="*/ 0 w 5156638"/>
              <a:gd name="connsiteY3" fmla="*/ 2578319 h 5156638"/>
              <a:gd name="connsiteX4" fmla="*/ 2578319 w 5156638"/>
              <a:gd name="connsiteY4" fmla="*/ 0 h 515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6638" h="5156638">
                <a:moveTo>
                  <a:pt x="2578319" y="0"/>
                </a:moveTo>
                <a:cubicBezTo>
                  <a:pt x="4002285" y="0"/>
                  <a:pt x="5156638" y="1154353"/>
                  <a:pt x="5156638" y="2578319"/>
                </a:cubicBezTo>
                <a:cubicBezTo>
                  <a:pt x="5156638" y="4002285"/>
                  <a:pt x="4002285" y="5156638"/>
                  <a:pt x="2578319" y="5156638"/>
                </a:cubicBezTo>
                <a:cubicBezTo>
                  <a:pt x="1154353" y="5156638"/>
                  <a:pt x="0" y="4002285"/>
                  <a:pt x="0" y="2578319"/>
                </a:cubicBezTo>
                <a:cubicBezTo>
                  <a:pt x="0" y="1154353"/>
                  <a:pt x="1154353" y="0"/>
                  <a:pt x="2578319" y="0"/>
                </a:cubicBezTo>
                <a:close/>
              </a:path>
            </a:pathLst>
          </a:custGeom>
        </p:spPr>
      </p:pic>
      <p:sp>
        <p:nvSpPr>
          <p:cNvPr id="34" name="Donut 33"/>
          <p:cNvSpPr/>
          <p:nvPr/>
        </p:nvSpPr>
        <p:spPr>
          <a:xfrm>
            <a:off x="674920" y="718460"/>
            <a:ext cx="5421080" cy="5421080"/>
          </a:xfrm>
          <a:prstGeom prst="donut">
            <a:avLst>
              <a:gd name="adj" fmla="val 10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4819272" y="627743"/>
            <a:ext cx="1765908" cy="1765908"/>
            <a:chOff x="4819272" y="627743"/>
            <a:chExt cx="1765908" cy="1765908"/>
          </a:xfrm>
        </p:grpSpPr>
        <p:sp>
          <p:nvSpPr>
            <p:cNvPr id="36" name="Oval 35"/>
            <p:cNvSpPr/>
            <p:nvPr/>
          </p:nvSpPr>
          <p:spPr>
            <a:xfrm>
              <a:off x="4819272" y="627743"/>
              <a:ext cx="1765908" cy="1765908"/>
            </a:xfrm>
            <a:prstGeom prst="ellipse">
              <a:avLst/>
            </a:prstGeom>
            <a:solidFill>
              <a:schemeClr val="accent1"/>
            </a:solidFill>
            <a:ln w="34925" cap="flat" cmpd="sng" algn="ctr">
              <a:solidFill>
                <a:schemeClr val="bg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5076880" y="1148612"/>
              <a:ext cx="1250692" cy="724171"/>
              <a:chOff x="5283974" y="4997808"/>
              <a:chExt cx="1300316" cy="752904"/>
            </a:xfrm>
            <a:solidFill>
              <a:schemeClr val="bg2"/>
            </a:solidFill>
          </p:grpSpPr>
          <p:sp>
            <p:nvSpPr>
              <p:cNvPr id="38" name="Round Same Side Corner Rectangle 2"/>
              <p:cNvSpPr/>
              <p:nvPr/>
            </p:nvSpPr>
            <p:spPr>
              <a:xfrm rot="16200000">
                <a:off x="5172095" y="5109687"/>
                <a:ext cx="547953" cy="324195"/>
              </a:xfrm>
              <a:custGeom>
                <a:avLst/>
                <a:gdLst>
                  <a:gd name="connsiteX0" fmla="*/ 104167 w 1804988"/>
                  <a:gd name="connsiteY0" fmla="*/ 0 h 896444"/>
                  <a:gd name="connsiteX1" fmla="*/ 1700821 w 1804988"/>
                  <a:gd name="connsiteY1" fmla="*/ 0 h 896444"/>
                  <a:gd name="connsiteX2" fmla="*/ 1804988 w 1804988"/>
                  <a:gd name="connsiteY2" fmla="*/ 104167 h 896444"/>
                  <a:gd name="connsiteX3" fmla="*/ 1804988 w 1804988"/>
                  <a:gd name="connsiteY3" fmla="*/ 896444 h 896444"/>
                  <a:gd name="connsiteX4" fmla="*/ 1804988 w 1804988"/>
                  <a:gd name="connsiteY4" fmla="*/ 896444 h 896444"/>
                  <a:gd name="connsiteX5" fmla="*/ 0 w 1804988"/>
                  <a:gd name="connsiteY5" fmla="*/ 896444 h 896444"/>
                  <a:gd name="connsiteX6" fmla="*/ 0 w 1804988"/>
                  <a:gd name="connsiteY6" fmla="*/ 896444 h 896444"/>
                  <a:gd name="connsiteX7" fmla="*/ 0 w 1804988"/>
                  <a:gd name="connsiteY7" fmla="*/ 104167 h 896444"/>
                  <a:gd name="connsiteX8" fmla="*/ 104167 w 1804988"/>
                  <a:gd name="connsiteY8" fmla="*/ 0 h 896444"/>
                  <a:gd name="connsiteX0" fmla="*/ 104167 w 1804988"/>
                  <a:gd name="connsiteY0" fmla="*/ 0 h 896444"/>
                  <a:gd name="connsiteX1" fmla="*/ 1700821 w 1804988"/>
                  <a:gd name="connsiteY1" fmla="*/ 0 h 896444"/>
                  <a:gd name="connsiteX2" fmla="*/ 1804988 w 1804988"/>
                  <a:gd name="connsiteY2" fmla="*/ 104167 h 896444"/>
                  <a:gd name="connsiteX3" fmla="*/ 1804988 w 1804988"/>
                  <a:gd name="connsiteY3" fmla="*/ 896444 h 896444"/>
                  <a:gd name="connsiteX4" fmla="*/ 0 w 1804988"/>
                  <a:gd name="connsiteY4" fmla="*/ 896444 h 896444"/>
                  <a:gd name="connsiteX5" fmla="*/ 0 w 1804988"/>
                  <a:gd name="connsiteY5" fmla="*/ 896444 h 896444"/>
                  <a:gd name="connsiteX6" fmla="*/ 0 w 1804988"/>
                  <a:gd name="connsiteY6" fmla="*/ 104167 h 896444"/>
                  <a:gd name="connsiteX7" fmla="*/ 104167 w 1804988"/>
                  <a:gd name="connsiteY7" fmla="*/ 0 h 896444"/>
                  <a:gd name="connsiteX0" fmla="*/ 104167 w 1804988"/>
                  <a:gd name="connsiteY0" fmla="*/ 0 h 970263"/>
                  <a:gd name="connsiteX1" fmla="*/ 1700821 w 1804988"/>
                  <a:gd name="connsiteY1" fmla="*/ 0 h 970263"/>
                  <a:gd name="connsiteX2" fmla="*/ 1804988 w 1804988"/>
                  <a:gd name="connsiteY2" fmla="*/ 104167 h 970263"/>
                  <a:gd name="connsiteX3" fmla="*/ 1640682 w 1804988"/>
                  <a:gd name="connsiteY3" fmla="*/ 970263 h 970263"/>
                  <a:gd name="connsiteX4" fmla="*/ 0 w 1804988"/>
                  <a:gd name="connsiteY4" fmla="*/ 896444 h 970263"/>
                  <a:gd name="connsiteX5" fmla="*/ 0 w 1804988"/>
                  <a:gd name="connsiteY5" fmla="*/ 896444 h 970263"/>
                  <a:gd name="connsiteX6" fmla="*/ 0 w 1804988"/>
                  <a:gd name="connsiteY6" fmla="*/ 104167 h 970263"/>
                  <a:gd name="connsiteX7" fmla="*/ 104167 w 1804988"/>
                  <a:gd name="connsiteY7" fmla="*/ 0 h 970263"/>
                  <a:gd name="connsiteX0" fmla="*/ 104167 w 1804988"/>
                  <a:gd name="connsiteY0" fmla="*/ 0 h 970263"/>
                  <a:gd name="connsiteX1" fmla="*/ 1700821 w 1804988"/>
                  <a:gd name="connsiteY1" fmla="*/ 0 h 970263"/>
                  <a:gd name="connsiteX2" fmla="*/ 1804988 w 1804988"/>
                  <a:gd name="connsiteY2" fmla="*/ 104167 h 970263"/>
                  <a:gd name="connsiteX3" fmla="*/ 1640682 w 1804988"/>
                  <a:gd name="connsiteY3" fmla="*/ 970263 h 970263"/>
                  <a:gd name="connsiteX4" fmla="*/ 0 w 1804988"/>
                  <a:gd name="connsiteY4" fmla="*/ 896444 h 970263"/>
                  <a:gd name="connsiteX5" fmla="*/ 0 w 1804988"/>
                  <a:gd name="connsiteY5" fmla="*/ 896444 h 970263"/>
                  <a:gd name="connsiteX6" fmla="*/ 0 w 1804988"/>
                  <a:gd name="connsiteY6" fmla="*/ 104167 h 970263"/>
                  <a:gd name="connsiteX7" fmla="*/ 104167 w 1804988"/>
                  <a:gd name="connsiteY7" fmla="*/ 0 h 970263"/>
                  <a:gd name="connsiteX0" fmla="*/ 104167 w 1805126"/>
                  <a:gd name="connsiteY0" fmla="*/ 0 h 970263"/>
                  <a:gd name="connsiteX1" fmla="*/ 1700821 w 1805126"/>
                  <a:gd name="connsiteY1" fmla="*/ 0 h 970263"/>
                  <a:gd name="connsiteX2" fmla="*/ 1804988 w 1805126"/>
                  <a:gd name="connsiteY2" fmla="*/ 104167 h 970263"/>
                  <a:gd name="connsiteX3" fmla="*/ 1640682 w 1805126"/>
                  <a:gd name="connsiteY3" fmla="*/ 970263 h 970263"/>
                  <a:gd name="connsiteX4" fmla="*/ 0 w 1805126"/>
                  <a:gd name="connsiteY4" fmla="*/ 896444 h 970263"/>
                  <a:gd name="connsiteX5" fmla="*/ 0 w 1805126"/>
                  <a:gd name="connsiteY5" fmla="*/ 896444 h 970263"/>
                  <a:gd name="connsiteX6" fmla="*/ 0 w 1805126"/>
                  <a:gd name="connsiteY6" fmla="*/ 104167 h 970263"/>
                  <a:gd name="connsiteX7" fmla="*/ 104167 w 1805126"/>
                  <a:gd name="connsiteY7" fmla="*/ 0 h 970263"/>
                  <a:gd name="connsiteX0" fmla="*/ 104167 w 1805126"/>
                  <a:gd name="connsiteY0" fmla="*/ 0 h 1067357"/>
                  <a:gd name="connsiteX1" fmla="*/ 1700821 w 1805126"/>
                  <a:gd name="connsiteY1" fmla="*/ 0 h 1067357"/>
                  <a:gd name="connsiteX2" fmla="*/ 1804988 w 1805126"/>
                  <a:gd name="connsiteY2" fmla="*/ 104167 h 1067357"/>
                  <a:gd name="connsiteX3" fmla="*/ 1640682 w 1805126"/>
                  <a:gd name="connsiteY3" fmla="*/ 970263 h 1067357"/>
                  <a:gd name="connsiteX4" fmla="*/ 1521617 w 1805126"/>
                  <a:gd name="connsiteY4" fmla="*/ 1067350 h 1067357"/>
                  <a:gd name="connsiteX5" fmla="*/ 0 w 1805126"/>
                  <a:gd name="connsiteY5" fmla="*/ 896444 h 1067357"/>
                  <a:gd name="connsiteX6" fmla="*/ 0 w 1805126"/>
                  <a:gd name="connsiteY6" fmla="*/ 896444 h 1067357"/>
                  <a:gd name="connsiteX7" fmla="*/ 0 w 1805126"/>
                  <a:gd name="connsiteY7" fmla="*/ 104167 h 1067357"/>
                  <a:gd name="connsiteX8" fmla="*/ 104167 w 1805126"/>
                  <a:gd name="connsiteY8" fmla="*/ 0 h 1067357"/>
                  <a:gd name="connsiteX0" fmla="*/ 104167 w 1805126"/>
                  <a:gd name="connsiteY0" fmla="*/ 0 h 1067579"/>
                  <a:gd name="connsiteX1" fmla="*/ 1700821 w 1805126"/>
                  <a:gd name="connsiteY1" fmla="*/ 0 h 1067579"/>
                  <a:gd name="connsiteX2" fmla="*/ 1804988 w 1805126"/>
                  <a:gd name="connsiteY2" fmla="*/ 104167 h 1067579"/>
                  <a:gd name="connsiteX3" fmla="*/ 1640682 w 1805126"/>
                  <a:gd name="connsiteY3" fmla="*/ 970263 h 1067579"/>
                  <a:gd name="connsiteX4" fmla="*/ 1521617 w 1805126"/>
                  <a:gd name="connsiteY4" fmla="*/ 1067350 h 1067579"/>
                  <a:gd name="connsiteX5" fmla="*/ 0 w 1805126"/>
                  <a:gd name="connsiteY5" fmla="*/ 896444 h 1067579"/>
                  <a:gd name="connsiteX6" fmla="*/ 0 w 1805126"/>
                  <a:gd name="connsiteY6" fmla="*/ 896444 h 1067579"/>
                  <a:gd name="connsiteX7" fmla="*/ 0 w 1805126"/>
                  <a:gd name="connsiteY7" fmla="*/ 104167 h 1067579"/>
                  <a:gd name="connsiteX8" fmla="*/ 104167 w 1805126"/>
                  <a:gd name="connsiteY8" fmla="*/ 0 h 1067579"/>
                  <a:gd name="connsiteX0" fmla="*/ 104167 w 1805126"/>
                  <a:gd name="connsiteY0" fmla="*/ 0 h 1067998"/>
                  <a:gd name="connsiteX1" fmla="*/ 1700821 w 1805126"/>
                  <a:gd name="connsiteY1" fmla="*/ 0 h 1067998"/>
                  <a:gd name="connsiteX2" fmla="*/ 1804988 w 1805126"/>
                  <a:gd name="connsiteY2" fmla="*/ 104167 h 1067998"/>
                  <a:gd name="connsiteX3" fmla="*/ 1640682 w 1805126"/>
                  <a:gd name="connsiteY3" fmla="*/ 970263 h 1067998"/>
                  <a:gd name="connsiteX4" fmla="*/ 1521617 w 1805126"/>
                  <a:gd name="connsiteY4" fmla="*/ 1067350 h 1067998"/>
                  <a:gd name="connsiteX5" fmla="*/ 0 w 1805126"/>
                  <a:gd name="connsiteY5" fmla="*/ 896444 h 1067998"/>
                  <a:gd name="connsiteX6" fmla="*/ 0 w 1805126"/>
                  <a:gd name="connsiteY6" fmla="*/ 896444 h 1067998"/>
                  <a:gd name="connsiteX7" fmla="*/ 0 w 1805126"/>
                  <a:gd name="connsiteY7" fmla="*/ 104167 h 1067998"/>
                  <a:gd name="connsiteX8" fmla="*/ 104167 w 1805126"/>
                  <a:gd name="connsiteY8" fmla="*/ 0 h 1067998"/>
                  <a:gd name="connsiteX0" fmla="*/ 104167 w 1805126"/>
                  <a:gd name="connsiteY0" fmla="*/ 0 h 1067998"/>
                  <a:gd name="connsiteX1" fmla="*/ 1700821 w 1805126"/>
                  <a:gd name="connsiteY1" fmla="*/ 0 h 1067998"/>
                  <a:gd name="connsiteX2" fmla="*/ 1804988 w 1805126"/>
                  <a:gd name="connsiteY2" fmla="*/ 104167 h 1067998"/>
                  <a:gd name="connsiteX3" fmla="*/ 1640682 w 1805126"/>
                  <a:gd name="connsiteY3" fmla="*/ 970263 h 1067998"/>
                  <a:gd name="connsiteX4" fmla="*/ 1521617 w 1805126"/>
                  <a:gd name="connsiteY4" fmla="*/ 1067350 h 1067998"/>
                  <a:gd name="connsiteX5" fmla="*/ 0 w 1805126"/>
                  <a:gd name="connsiteY5" fmla="*/ 896444 h 1067998"/>
                  <a:gd name="connsiteX6" fmla="*/ 0 w 1805126"/>
                  <a:gd name="connsiteY6" fmla="*/ 889300 h 1067998"/>
                  <a:gd name="connsiteX7" fmla="*/ 0 w 1805126"/>
                  <a:gd name="connsiteY7" fmla="*/ 104167 h 1067998"/>
                  <a:gd name="connsiteX8" fmla="*/ 104167 w 1805126"/>
                  <a:gd name="connsiteY8" fmla="*/ 0 h 1067998"/>
                  <a:gd name="connsiteX0" fmla="*/ 104167 w 1805126"/>
                  <a:gd name="connsiteY0" fmla="*/ 0 h 1067998"/>
                  <a:gd name="connsiteX1" fmla="*/ 1700821 w 1805126"/>
                  <a:gd name="connsiteY1" fmla="*/ 0 h 1067998"/>
                  <a:gd name="connsiteX2" fmla="*/ 1804988 w 1805126"/>
                  <a:gd name="connsiteY2" fmla="*/ 104167 h 1067998"/>
                  <a:gd name="connsiteX3" fmla="*/ 1640682 w 1805126"/>
                  <a:gd name="connsiteY3" fmla="*/ 970263 h 1067998"/>
                  <a:gd name="connsiteX4" fmla="*/ 1521617 w 1805126"/>
                  <a:gd name="connsiteY4" fmla="*/ 1067350 h 1067998"/>
                  <a:gd name="connsiteX5" fmla="*/ 0 w 1805126"/>
                  <a:gd name="connsiteY5" fmla="*/ 896444 h 1067998"/>
                  <a:gd name="connsiteX6" fmla="*/ 0 w 1805126"/>
                  <a:gd name="connsiteY6" fmla="*/ 104167 h 1067998"/>
                  <a:gd name="connsiteX7" fmla="*/ 104167 w 1805126"/>
                  <a:gd name="connsiteY7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1 w 1805127"/>
                  <a:gd name="connsiteY5" fmla="*/ 896444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05127" h="1067998">
                    <a:moveTo>
                      <a:pt x="104168" y="0"/>
                    </a:moveTo>
                    <a:lnTo>
                      <a:pt x="1700822" y="0"/>
                    </a:lnTo>
                    <a:cubicBezTo>
                      <a:pt x="1758352" y="0"/>
                      <a:pt x="1808101" y="46721"/>
                      <a:pt x="1804989" y="104167"/>
                    </a:cubicBezTo>
                    <a:cubicBezTo>
                      <a:pt x="1788319" y="411919"/>
                      <a:pt x="1763818" y="682615"/>
                      <a:pt x="1640683" y="970263"/>
                    </a:cubicBezTo>
                    <a:cubicBezTo>
                      <a:pt x="1610519" y="1040727"/>
                      <a:pt x="1573211" y="1073091"/>
                      <a:pt x="1521618" y="1067350"/>
                    </a:cubicBezTo>
                    <a:cubicBezTo>
                      <a:pt x="978692" y="1005623"/>
                      <a:pt x="564095" y="870836"/>
                      <a:pt x="85723" y="724997"/>
                    </a:cubicBezTo>
                    <a:cubicBezTo>
                      <a:pt x="70363" y="720314"/>
                      <a:pt x="0" y="696053"/>
                      <a:pt x="0" y="595858"/>
                    </a:cubicBezTo>
                    <a:cubicBezTo>
                      <a:pt x="0" y="431961"/>
                      <a:pt x="1" y="268064"/>
                      <a:pt x="1" y="104167"/>
                    </a:cubicBezTo>
                    <a:cubicBezTo>
                      <a:pt x="1" y="46637"/>
                      <a:pt x="46638" y="0"/>
                      <a:pt x="104168" y="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Freeform 38"/>
              <p:cNvSpPr/>
              <p:nvPr/>
            </p:nvSpPr>
            <p:spPr>
              <a:xfrm rot="895925">
                <a:off x="5577999" y="5217501"/>
                <a:ext cx="714134" cy="533211"/>
              </a:xfrm>
              <a:custGeom>
                <a:avLst/>
                <a:gdLst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113920 w 2341862"/>
                  <a:gd name="connsiteY11" fmla="*/ 1307878 h 1756564"/>
                  <a:gd name="connsiteX12" fmla="*/ 2043261 w 2341862"/>
                  <a:gd name="connsiteY12" fmla="*/ 1377055 h 1756564"/>
                  <a:gd name="connsiteX13" fmla="*/ 2014965 w 2341862"/>
                  <a:gd name="connsiteY13" fmla="*/ 1401585 h 1756564"/>
                  <a:gd name="connsiteX14" fmla="*/ 1389001 w 2341862"/>
                  <a:gd name="connsiteY14" fmla="*/ 1039193 h 1756564"/>
                  <a:gd name="connsiteX15" fmla="*/ 1255790 w 2341862"/>
                  <a:gd name="connsiteY15" fmla="*/ 1074717 h 1756564"/>
                  <a:gd name="connsiteX16" fmla="*/ 1291315 w 2341862"/>
                  <a:gd name="connsiteY16" fmla="*/ 1207928 h 1756564"/>
                  <a:gd name="connsiteX17" fmla="*/ 1851793 w 2341862"/>
                  <a:gd name="connsiteY17" fmla="*/ 1532406 h 1756564"/>
                  <a:gd name="connsiteX18" fmla="*/ 1818674 w 2341862"/>
                  <a:gd name="connsiteY18" fmla="*/ 1556990 h 1756564"/>
                  <a:gd name="connsiteX19" fmla="*/ 1673128 w 2341862"/>
                  <a:gd name="connsiteY19" fmla="*/ 1643397 h 1756564"/>
                  <a:gd name="connsiteX20" fmla="*/ 1201250 w 2341862"/>
                  <a:gd name="connsiteY20" fmla="*/ 1370212 h 1756564"/>
                  <a:gd name="connsiteX21" fmla="*/ 1068040 w 2341862"/>
                  <a:gd name="connsiteY21" fmla="*/ 1405737 h 1756564"/>
                  <a:gd name="connsiteX22" fmla="*/ 1103564 w 2341862"/>
                  <a:gd name="connsiteY22" fmla="*/ 1538947 h 1756564"/>
                  <a:gd name="connsiteX23" fmla="*/ 1451284 w 2341862"/>
                  <a:gd name="connsiteY23" fmla="*/ 1740253 h 1756564"/>
                  <a:gd name="connsiteX24" fmla="*/ 1405141 w 2341862"/>
                  <a:gd name="connsiteY24" fmla="*/ 1753154 h 1756564"/>
                  <a:gd name="connsiteX25" fmla="*/ 0 w 2341862"/>
                  <a:gd name="connsiteY25" fmla="*/ 1206774 h 1756564"/>
                  <a:gd name="connsiteX26" fmla="*/ 0 w 2341862"/>
                  <a:gd name="connsiteY26" fmla="*/ 100317 h 1756564"/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113920 w 2341862"/>
                  <a:gd name="connsiteY11" fmla="*/ 1307878 h 1756564"/>
                  <a:gd name="connsiteX12" fmla="*/ 2043261 w 2341862"/>
                  <a:gd name="connsiteY12" fmla="*/ 1377055 h 1756564"/>
                  <a:gd name="connsiteX13" fmla="*/ 2014965 w 2341862"/>
                  <a:gd name="connsiteY13" fmla="*/ 1401585 h 1756564"/>
                  <a:gd name="connsiteX14" fmla="*/ 1389001 w 2341862"/>
                  <a:gd name="connsiteY14" fmla="*/ 1039193 h 1756564"/>
                  <a:gd name="connsiteX15" fmla="*/ 1255790 w 2341862"/>
                  <a:gd name="connsiteY15" fmla="*/ 1074717 h 1756564"/>
                  <a:gd name="connsiteX16" fmla="*/ 1291315 w 2341862"/>
                  <a:gd name="connsiteY16" fmla="*/ 1207928 h 1756564"/>
                  <a:gd name="connsiteX17" fmla="*/ 1851793 w 2341862"/>
                  <a:gd name="connsiteY17" fmla="*/ 1532406 h 1756564"/>
                  <a:gd name="connsiteX18" fmla="*/ 1673128 w 2341862"/>
                  <a:gd name="connsiteY18" fmla="*/ 1643397 h 1756564"/>
                  <a:gd name="connsiteX19" fmla="*/ 1201250 w 2341862"/>
                  <a:gd name="connsiteY19" fmla="*/ 1370212 h 1756564"/>
                  <a:gd name="connsiteX20" fmla="*/ 1068040 w 2341862"/>
                  <a:gd name="connsiteY20" fmla="*/ 1405737 h 1756564"/>
                  <a:gd name="connsiteX21" fmla="*/ 1103564 w 2341862"/>
                  <a:gd name="connsiteY21" fmla="*/ 1538947 h 1756564"/>
                  <a:gd name="connsiteX22" fmla="*/ 1451284 w 2341862"/>
                  <a:gd name="connsiteY22" fmla="*/ 1740253 h 1756564"/>
                  <a:gd name="connsiteX23" fmla="*/ 1405141 w 2341862"/>
                  <a:gd name="connsiteY23" fmla="*/ 1753154 h 1756564"/>
                  <a:gd name="connsiteX24" fmla="*/ 0 w 2341862"/>
                  <a:gd name="connsiteY24" fmla="*/ 1206774 h 1756564"/>
                  <a:gd name="connsiteX25" fmla="*/ 0 w 2341862"/>
                  <a:gd name="connsiteY25" fmla="*/ 100317 h 1756564"/>
                  <a:gd name="connsiteX26" fmla="*/ 371531 w 2341862"/>
                  <a:gd name="connsiteY26" fmla="*/ 0 h 1756564"/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113920 w 2341862"/>
                  <a:gd name="connsiteY11" fmla="*/ 1307878 h 1756564"/>
                  <a:gd name="connsiteX12" fmla="*/ 2043261 w 2341862"/>
                  <a:gd name="connsiteY12" fmla="*/ 1377055 h 1756564"/>
                  <a:gd name="connsiteX13" fmla="*/ 2014965 w 2341862"/>
                  <a:gd name="connsiteY13" fmla="*/ 1401585 h 1756564"/>
                  <a:gd name="connsiteX14" fmla="*/ 1389001 w 2341862"/>
                  <a:gd name="connsiteY14" fmla="*/ 1039193 h 1756564"/>
                  <a:gd name="connsiteX15" fmla="*/ 1255790 w 2341862"/>
                  <a:gd name="connsiteY15" fmla="*/ 1074717 h 1756564"/>
                  <a:gd name="connsiteX16" fmla="*/ 1291315 w 2341862"/>
                  <a:gd name="connsiteY16" fmla="*/ 1207928 h 1756564"/>
                  <a:gd name="connsiteX17" fmla="*/ 1851793 w 2341862"/>
                  <a:gd name="connsiteY17" fmla="*/ 1532406 h 1756564"/>
                  <a:gd name="connsiteX18" fmla="*/ 1673128 w 2341862"/>
                  <a:gd name="connsiteY18" fmla="*/ 1643397 h 1756564"/>
                  <a:gd name="connsiteX19" fmla="*/ 1201250 w 2341862"/>
                  <a:gd name="connsiteY19" fmla="*/ 1370212 h 1756564"/>
                  <a:gd name="connsiteX20" fmla="*/ 1068040 w 2341862"/>
                  <a:gd name="connsiteY20" fmla="*/ 1405737 h 1756564"/>
                  <a:gd name="connsiteX21" fmla="*/ 1103564 w 2341862"/>
                  <a:gd name="connsiteY21" fmla="*/ 1538947 h 1756564"/>
                  <a:gd name="connsiteX22" fmla="*/ 1451284 w 2341862"/>
                  <a:gd name="connsiteY22" fmla="*/ 1740253 h 1756564"/>
                  <a:gd name="connsiteX23" fmla="*/ 1405141 w 2341862"/>
                  <a:gd name="connsiteY23" fmla="*/ 1753154 h 1756564"/>
                  <a:gd name="connsiteX24" fmla="*/ 0 w 2341862"/>
                  <a:gd name="connsiteY24" fmla="*/ 1206774 h 1756564"/>
                  <a:gd name="connsiteX25" fmla="*/ 0 w 2341862"/>
                  <a:gd name="connsiteY25" fmla="*/ 100317 h 1756564"/>
                  <a:gd name="connsiteX26" fmla="*/ 371531 w 2341862"/>
                  <a:gd name="connsiteY26" fmla="*/ 0 h 1756564"/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113920 w 2341862"/>
                  <a:gd name="connsiteY11" fmla="*/ 1307878 h 1756564"/>
                  <a:gd name="connsiteX12" fmla="*/ 2043261 w 2341862"/>
                  <a:gd name="connsiteY12" fmla="*/ 1377055 h 1756564"/>
                  <a:gd name="connsiteX13" fmla="*/ 2014965 w 2341862"/>
                  <a:gd name="connsiteY13" fmla="*/ 1401585 h 1756564"/>
                  <a:gd name="connsiteX14" fmla="*/ 1389001 w 2341862"/>
                  <a:gd name="connsiteY14" fmla="*/ 1039193 h 1756564"/>
                  <a:gd name="connsiteX15" fmla="*/ 1255790 w 2341862"/>
                  <a:gd name="connsiteY15" fmla="*/ 1074717 h 1756564"/>
                  <a:gd name="connsiteX16" fmla="*/ 1291315 w 2341862"/>
                  <a:gd name="connsiteY16" fmla="*/ 1207928 h 1756564"/>
                  <a:gd name="connsiteX17" fmla="*/ 1851793 w 2341862"/>
                  <a:gd name="connsiteY17" fmla="*/ 1532406 h 1756564"/>
                  <a:gd name="connsiteX18" fmla="*/ 1673128 w 2341862"/>
                  <a:gd name="connsiteY18" fmla="*/ 1643397 h 1756564"/>
                  <a:gd name="connsiteX19" fmla="*/ 1201250 w 2341862"/>
                  <a:gd name="connsiteY19" fmla="*/ 1370212 h 1756564"/>
                  <a:gd name="connsiteX20" fmla="*/ 1068040 w 2341862"/>
                  <a:gd name="connsiteY20" fmla="*/ 1405737 h 1756564"/>
                  <a:gd name="connsiteX21" fmla="*/ 1103564 w 2341862"/>
                  <a:gd name="connsiteY21" fmla="*/ 1538947 h 1756564"/>
                  <a:gd name="connsiteX22" fmla="*/ 1451284 w 2341862"/>
                  <a:gd name="connsiteY22" fmla="*/ 1740253 h 1756564"/>
                  <a:gd name="connsiteX23" fmla="*/ 1405141 w 2341862"/>
                  <a:gd name="connsiteY23" fmla="*/ 1753154 h 1756564"/>
                  <a:gd name="connsiteX24" fmla="*/ 0 w 2341862"/>
                  <a:gd name="connsiteY24" fmla="*/ 1206774 h 1756564"/>
                  <a:gd name="connsiteX25" fmla="*/ 0 w 2341862"/>
                  <a:gd name="connsiteY25" fmla="*/ 100317 h 1756564"/>
                  <a:gd name="connsiteX26" fmla="*/ 371531 w 2341862"/>
                  <a:gd name="connsiteY26" fmla="*/ 0 h 1756564"/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113920 w 2341862"/>
                  <a:gd name="connsiteY11" fmla="*/ 1307878 h 1756564"/>
                  <a:gd name="connsiteX12" fmla="*/ 2014965 w 2341862"/>
                  <a:gd name="connsiteY12" fmla="*/ 1401585 h 1756564"/>
                  <a:gd name="connsiteX13" fmla="*/ 1389001 w 2341862"/>
                  <a:gd name="connsiteY13" fmla="*/ 1039193 h 1756564"/>
                  <a:gd name="connsiteX14" fmla="*/ 1255790 w 2341862"/>
                  <a:gd name="connsiteY14" fmla="*/ 1074717 h 1756564"/>
                  <a:gd name="connsiteX15" fmla="*/ 1291315 w 2341862"/>
                  <a:gd name="connsiteY15" fmla="*/ 1207928 h 1756564"/>
                  <a:gd name="connsiteX16" fmla="*/ 1851793 w 2341862"/>
                  <a:gd name="connsiteY16" fmla="*/ 1532406 h 1756564"/>
                  <a:gd name="connsiteX17" fmla="*/ 1673128 w 2341862"/>
                  <a:gd name="connsiteY17" fmla="*/ 1643397 h 1756564"/>
                  <a:gd name="connsiteX18" fmla="*/ 1201250 w 2341862"/>
                  <a:gd name="connsiteY18" fmla="*/ 1370212 h 1756564"/>
                  <a:gd name="connsiteX19" fmla="*/ 1068040 w 2341862"/>
                  <a:gd name="connsiteY19" fmla="*/ 1405737 h 1756564"/>
                  <a:gd name="connsiteX20" fmla="*/ 1103564 w 2341862"/>
                  <a:gd name="connsiteY20" fmla="*/ 1538947 h 1756564"/>
                  <a:gd name="connsiteX21" fmla="*/ 1451284 w 2341862"/>
                  <a:gd name="connsiteY21" fmla="*/ 1740253 h 1756564"/>
                  <a:gd name="connsiteX22" fmla="*/ 1405141 w 2341862"/>
                  <a:gd name="connsiteY22" fmla="*/ 1753154 h 1756564"/>
                  <a:gd name="connsiteX23" fmla="*/ 0 w 2341862"/>
                  <a:gd name="connsiteY23" fmla="*/ 1206774 h 1756564"/>
                  <a:gd name="connsiteX24" fmla="*/ 0 w 2341862"/>
                  <a:gd name="connsiteY24" fmla="*/ 100317 h 1756564"/>
                  <a:gd name="connsiteX25" fmla="*/ 371531 w 2341862"/>
                  <a:gd name="connsiteY25" fmla="*/ 0 h 1756564"/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014965 w 2341862"/>
                  <a:gd name="connsiteY11" fmla="*/ 1401585 h 1756564"/>
                  <a:gd name="connsiteX12" fmla="*/ 1389001 w 2341862"/>
                  <a:gd name="connsiteY12" fmla="*/ 1039193 h 1756564"/>
                  <a:gd name="connsiteX13" fmla="*/ 1255790 w 2341862"/>
                  <a:gd name="connsiteY13" fmla="*/ 1074717 h 1756564"/>
                  <a:gd name="connsiteX14" fmla="*/ 1291315 w 2341862"/>
                  <a:gd name="connsiteY14" fmla="*/ 1207928 h 1756564"/>
                  <a:gd name="connsiteX15" fmla="*/ 1851793 w 2341862"/>
                  <a:gd name="connsiteY15" fmla="*/ 1532406 h 1756564"/>
                  <a:gd name="connsiteX16" fmla="*/ 1673128 w 2341862"/>
                  <a:gd name="connsiteY16" fmla="*/ 1643397 h 1756564"/>
                  <a:gd name="connsiteX17" fmla="*/ 1201250 w 2341862"/>
                  <a:gd name="connsiteY17" fmla="*/ 1370212 h 1756564"/>
                  <a:gd name="connsiteX18" fmla="*/ 1068040 w 2341862"/>
                  <a:gd name="connsiteY18" fmla="*/ 1405737 h 1756564"/>
                  <a:gd name="connsiteX19" fmla="*/ 1103564 w 2341862"/>
                  <a:gd name="connsiteY19" fmla="*/ 1538947 h 1756564"/>
                  <a:gd name="connsiteX20" fmla="*/ 1451284 w 2341862"/>
                  <a:gd name="connsiteY20" fmla="*/ 1740253 h 1756564"/>
                  <a:gd name="connsiteX21" fmla="*/ 1405141 w 2341862"/>
                  <a:gd name="connsiteY21" fmla="*/ 1753154 h 1756564"/>
                  <a:gd name="connsiteX22" fmla="*/ 0 w 2341862"/>
                  <a:gd name="connsiteY22" fmla="*/ 1206774 h 1756564"/>
                  <a:gd name="connsiteX23" fmla="*/ 0 w 2341862"/>
                  <a:gd name="connsiteY23" fmla="*/ 100317 h 1756564"/>
                  <a:gd name="connsiteX24" fmla="*/ 371531 w 2341862"/>
                  <a:gd name="connsiteY24" fmla="*/ 0 h 1756564"/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014965 w 2341862"/>
                  <a:gd name="connsiteY11" fmla="*/ 1401585 h 1756564"/>
                  <a:gd name="connsiteX12" fmla="*/ 1389001 w 2341862"/>
                  <a:gd name="connsiteY12" fmla="*/ 1039193 h 1756564"/>
                  <a:gd name="connsiteX13" fmla="*/ 1255790 w 2341862"/>
                  <a:gd name="connsiteY13" fmla="*/ 1074717 h 1756564"/>
                  <a:gd name="connsiteX14" fmla="*/ 1291315 w 2341862"/>
                  <a:gd name="connsiteY14" fmla="*/ 1207928 h 1756564"/>
                  <a:gd name="connsiteX15" fmla="*/ 1851793 w 2341862"/>
                  <a:gd name="connsiteY15" fmla="*/ 1532406 h 1756564"/>
                  <a:gd name="connsiteX16" fmla="*/ 1673128 w 2341862"/>
                  <a:gd name="connsiteY16" fmla="*/ 1643397 h 1756564"/>
                  <a:gd name="connsiteX17" fmla="*/ 1201250 w 2341862"/>
                  <a:gd name="connsiteY17" fmla="*/ 1370212 h 1756564"/>
                  <a:gd name="connsiteX18" fmla="*/ 1068040 w 2341862"/>
                  <a:gd name="connsiteY18" fmla="*/ 1405737 h 1756564"/>
                  <a:gd name="connsiteX19" fmla="*/ 1103564 w 2341862"/>
                  <a:gd name="connsiteY19" fmla="*/ 1538947 h 1756564"/>
                  <a:gd name="connsiteX20" fmla="*/ 1451284 w 2341862"/>
                  <a:gd name="connsiteY20" fmla="*/ 1740253 h 1756564"/>
                  <a:gd name="connsiteX21" fmla="*/ 1405141 w 2341862"/>
                  <a:gd name="connsiteY21" fmla="*/ 1753154 h 1756564"/>
                  <a:gd name="connsiteX22" fmla="*/ 0 w 2341862"/>
                  <a:gd name="connsiteY22" fmla="*/ 1206774 h 1756564"/>
                  <a:gd name="connsiteX23" fmla="*/ 0 w 2341862"/>
                  <a:gd name="connsiteY23" fmla="*/ 100317 h 1756564"/>
                  <a:gd name="connsiteX24" fmla="*/ 371531 w 2341862"/>
                  <a:gd name="connsiteY24" fmla="*/ 0 h 1756564"/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014965 w 2341862"/>
                  <a:gd name="connsiteY11" fmla="*/ 1401585 h 1756564"/>
                  <a:gd name="connsiteX12" fmla="*/ 1389001 w 2341862"/>
                  <a:gd name="connsiteY12" fmla="*/ 1039193 h 1756564"/>
                  <a:gd name="connsiteX13" fmla="*/ 1255790 w 2341862"/>
                  <a:gd name="connsiteY13" fmla="*/ 1074717 h 1756564"/>
                  <a:gd name="connsiteX14" fmla="*/ 1291315 w 2341862"/>
                  <a:gd name="connsiteY14" fmla="*/ 1207928 h 1756564"/>
                  <a:gd name="connsiteX15" fmla="*/ 1851793 w 2341862"/>
                  <a:gd name="connsiteY15" fmla="*/ 1532406 h 1756564"/>
                  <a:gd name="connsiteX16" fmla="*/ 1673128 w 2341862"/>
                  <a:gd name="connsiteY16" fmla="*/ 1643397 h 1756564"/>
                  <a:gd name="connsiteX17" fmla="*/ 1201250 w 2341862"/>
                  <a:gd name="connsiteY17" fmla="*/ 1370212 h 1756564"/>
                  <a:gd name="connsiteX18" fmla="*/ 1068040 w 2341862"/>
                  <a:gd name="connsiteY18" fmla="*/ 1405737 h 1756564"/>
                  <a:gd name="connsiteX19" fmla="*/ 1103564 w 2341862"/>
                  <a:gd name="connsiteY19" fmla="*/ 1538947 h 1756564"/>
                  <a:gd name="connsiteX20" fmla="*/ 1451284 w 2341862"/>
                  <a:gd name="connsiteY20" fmla="*/ 1740253 h 1756564"/>
                  <a:gd name="connsiteX21" fmla="*/ 1405141 w 2341862"/>
                  <a:gd name="connsiteY21" fmla="*/ 1753154 h 1756564"/>
                  <a:gd name="connsiteX22" fmla="*/ 0 w 2341862"/>
                  <a:gd name="connsiteY22" fmla="*/ 1206774 h 1756564"/>
                  <a:gd name="connsiteX23" fmla="*/ 0 w 2341862"/>
                  <a:gd name="connsiteY23" fmla="*/ 100317 h 1756564"/>
                  <a:gd name="connsiteX24" fmla="*/ 371531 w 2341862"/>
                  <a:gd name="connsiteY24" fmla="*/ 0 h 1756564"/>
                  <a:gd name="connsiteX0" fmla="*/ 371531 w 2341862"/>
                  <a:gd name="connsiteY0" fmla="*/ 0 h 1756564"/>
                  <a:gd name="connsiteX1" fmla="*/ 338081 w 2341862"/>
                  <a:gd name="connsiteY1" fmla="*/ 678653 h 1756564"/>
                  <a:gd name="connsiteX2" fmla="*/ 923415 w 2341862"/>
                  <a:gd name="connsiteY2" fmla="*/ 396871 h 1756564"/>
                  <a:gd name="connsiteX3" fmla="*/ 1094902 w 2341862"/>
                  <a:gd name="connsiteY3" fmla="*/ 282130 h 1756564"/>
                  <a:gd name="connsiteX4" fmla="*/ 2339873 w 2341862"/>
                  <a:gd name="connsiteY4" fmla="*/ 973699 h 1756564"/>
                  <a:gd name="connsiteX5" fmla="*/ 2306786 w 2341862"/>
                  <a:gd name="connsiteY5" fmla="*/ 1067076 h 1756564"/>
                  <a:gd name="connsiteX6" fmla="*/ 2275176 w 2341862"/>
                  <a:gd name="connsiteY6" fmla="*/ 1115439 h 1756564"/>
                  <a:gd name="connsiteX7" fmla="*/ 1580587 w 2341862"/>
                  <a:gd name="connsiteY7" fmla="*/ 713319 h 1756564"/>
                  <a:gd name="connsiteX8" fmla="*/ 1447377 w 2341862"/>
                  <a:gd name="connsiteY8" fmla="*/ 748843 h 1756564"/>
                  <a:gd name="connsiteX9" fmla="*/ 1482901 w 2341862"/>
                  <a:gd name="connsiteY9" fmla="*/ 882054 h 1756564"/>
                  <a:gd name="connsiteX10" fmla="*/ 2150368 w 2341862"/>
                  <a:gd name="connsiteY10" fmla="*/ 1268472 h 1756564"/>
                  <a:gd name="connsiteX11" fmla="*/ 2014965 w 2341862"/>
                  <a:gd name="connsiteY11" fmla="*/ 1401585 h 1756564"/>
                  <a:gd name="connsiteX12" fmla="*/ 1389001 w 2341862"/>
                  <a:gd name="connsiteY12" fmla="*/ 1039193 h 1756564"/>
                  <a:gd name="connsiteX13" fmla="*/ 1255790 w 2341862"/>
                  <a:gd name="connsiteY13" fmla="*/ 1074717 h 1756564"/>
                  <a:gd name="connsiteX14" fmla="*/ 1291315 w 2341862"/>
                  <a:gd name="connsiteY14" fmla="*/ 1207928 h 1756564"/>
                  <a:gd name="connsiteX15" fmla="*/ 1851793 w 2341862"/>
                  <a:gd name="connsiteY15" fmla="*/ 1532406 h 1756564"/>
                  <a:gd name="connsiteX16" fmla="*/ 1673128 w 2341862"/>
                  <a:gd name="connsiteY16" fmla="*/ 1643397 h 1756564"/>
                  <a:gd name="connsiteX17" fmla="*/ 1201250 w 2341862"/>
                  <a:gd name="connsiteY17" fmla="*/ 1370212 h 1756564"/>
                  <a:gd name="connsiteX18" fmla="*/ 1068040 w 2341862"/>
                  <a:gd name="connsiteY18" fmla="*/ 1405737 h 1756564"/>
                  <a:gd name="connsiteX19" fmla="*/ 1103564 w 2341862"/>
                  <a:gd name="connsiteY19" fmla="*/ 1538947 h 1756564"/>
                  <a:gd name="connsiteX20" fmla="*/ 1451284 w 2341862"/>
                  <a:gd name="connsiteY20" fmla="*/ 1740253 h 1756564"/>
                  <a:gd name="connsiteX21" fmla="*/ 1405141 w 2341862"/>
                  <a:gd name="connsiteY21" fmla="*/ 1753154 h 1756564"/>
                  <a:gd name="connsiteX22" fmla="*/ 0 w 2341862"/>
                  <a:gd name="connsiteY22" fmla="*/ 1206774 h 1756564"/>
                  <a:gd name="connsiteX23" fmla="*/ 0 w 2341862"/>
                  <a:gd name="connsiteY23" fmla="*/ 100317 h 1756564"/>
                  <a:gd name="connsiteX24" fmla="*/ 371531 w 2341862"/>
                  <a:gd name="connsiteY24" fmla="*/ 0 h 1756564"/>
                  <a:gd name="connsiteX0" fmla="*/ 371531 w 2439278"/>
                  <a:gd name="connsiteY0" fmla="*/ 0 h 1756564"/>
                  <a:gd name="connsiteX1" fmla="*/ 338081 w 2439278"/>
                  <a:gd name="connsiteY1" fmla="*/ 678653 h 1756564"/>
                  <a:gd name="connsiteX2" fmla="*/ 923415 w 2439278"/>
                  <a:gd name="connsiteY2" fmla="*/ 396871 h 1756564"/>
                  <a:gd name="connsiteX3" fmla="*/ 1094902 w 2439278"/>
                  <a:gd name="connsiteY3" fmla="*/ 282130 h 1756564"/>
                  <a:gd name="connsiteX4" fmla="*/ 2339873 w 2439278"/>
                  <a:gd name="connsiteY4" fmla="*/ 973699 h 1756564"/>
                  <a:gd name="connsiteX5" fmla="*/ 2275176 w 2439278"/>
                  <a:gd name="connsiteY5" fmla="*/ 1115439 h 1756564"/>
                  <a:gd name="connsiteX6" fmla="*/ 1580587 w 2439278"/>
                  <a:gd name="connsiteY6" fmla="*/ 713319 h 1756564"/>
                  <a:gd name="connsiteX7" fmla="*/ 1447377 w 2439278"/>
                  <a:gd name="connsiteY7" fmla="*/ 748843 h 1756564"/>
                  <a:gd name="connsiteX8" fmla="*/ 1482901 w 2439278"/>
                  <a:gd name="connsiteY8" fmla="*/ 882054 h 1756564"/>
                  <a:gd name="connsiteX9" fmla="*/ 2150368 w 2439278"/>
                  <a:gd name="connsiteY9" fmla="*/ 1268472 h 1756564"/>
                  <a:gd name="connsiteX10" fmla="*/ 2014965 w 2439278"/>
                  <a:gd name="connsiteY10" fmla="*/ 1401585 h 1756564"/>
                  <a:gd name="connsiteX11" fmla="*/ 1389001 w 2439278"/>
                  <a:gd name="connsiteY11" fmla="*/ 1039193 h 1756564"/>
                  <a:gd name="connsiteX12" fmla="*/ 1255790 w 2439278"/>
                  <a:gd name="connsiteY12" fmla="*/ 1074717 h 1756564"/>
                  <a:gd name="connsiteX13" fmla="*/ 1291315 w 2439278"/>
                  <a:gd name="connsiteY13" fmla="*/ 1207928 h 1756564"/>
                  <a:gd name="connsiteX14" fmla="*/ 1851793 w 2439278"/>
                  <a:gd name="connsiteY14" fmla="*/ 1532406 h 1756564"/>
                  <a:gd name="connsiteX15" fmla="*/ 1673128 w 2439278"/>
                  <a:gd name="connsiteY15" fmla="*/ 1643397 h 1756564"/>
                  <a:gd name="connsiteX16" fmla="*/ 1201250 w 2439278"/>
                  <a:gd name="connsiteY16" fmla="*/ 1370212 h 1756564"/>
                  <a:gd name="connsiteX17" fmla="*/ 1068040 w 2439278"/>
                  <a:gd name="connsiteY17" fmla="*/ 1405737 h 1756564"/>
                  <a:gd name="connsiteX18" fmla="*/ 1103564 w 2439278"/>
                  <a:gd name="connsiteY18" fmla="*/ 1538947 h 1756564"/>
                  <a:gd name="connsiteX19" fmla="*/ 1451284 w 2439278"/>
                  <a:gd name="connsiteY19" fmla="*/ 1740253 h 1756564"/>
                  <a:gd name="connsiteX20" fmla="*/ 1405141 w 2439278"/>
                  <a:gd name="connsiteY20" fmla="*/ 1753154 h 1756564"/>
                  <a:gd name="connsiteX21" fmla="*/ 0 w 2439278"/>
                  <a:gd name="connsiteY21" fmla="*/ 1206774 h 1756564"/>
                  <a:gd name="connsiteX22" fmla="*/ 0 w 2439278"/>
                  <a:gd name="connsiteY22" fmla="*/ 100317 h 1756564"/>
                  <a:gd name="connsiteX23" fmla="*/ 371531 w 2439278"/>
                  <a:gd name="connsiteY23" fmla="*/ 0 h 1756564"/>
                  <a:gd name="connsiteX0" fmla="*/ 371531 w 2372700"/>
                  <a:gd name="connsiteY0" fmla="*/ 0 h 1756564"/>
                  <a:gd name="connsiteX1" fmla="*/ 338081 w 2372700"/>
                  <a:gd name="connsiteY1" fmla="*/ 678653 h 1756564"/>
                  <a:gd name="connsiteX2" fmla="*/ 923415 w 2372700"/>
                  <a:gd name="connsiteY2" fmla="*/ 396871 h 1756564"/>
                  <a:gd name="connsiteX3" fmla="*/ 1094902 w 2372700"/>
                  <a:gd name="connsiteY3" fmla="*/ 282130 h 1756564"/>
                  <a:gd name="connsiteX4" fmla="*/ 2339873 w 2372700"/>
                  <a:gd name="connsiteY4" fmla="*/ 973699 h 1756564"/>
                  <a:gd name="connsiteX5" fmla="*/ 2275176 w 2372700"/>
                  <a:gd name="connsiteY5" fmla="*/ 1115439 h 1756564"/>
                  <a:gd name="connsiteX6" fmla="*/ 1580587 w 2372700"/>
                  <a:gd name="connsiteY6" fmla="*/ 713319 h 1756564"/>
                  <a:gd name="connsiteX7" fmla="*/ 1447377 w 2372700"/>
                  <a:gd name="connsiteY7" fmla="*/ 748843 h 1756564"/>
                  <a:gd name="connsiteX8" fmla="*/ 1482901 w 2372700"/>
                  <a:gd name="connsiteY8" fmla="*/ 882054 h 1756564"/>
                  <a:gd name="connsiteX9" fmla="*/ 2150368 w 2372700"/>
                  <a:gd name="connsiteY9" fmla="*/ 1268472 h 1756564"/>
                  <a:gd name="connsiteX10" fmla="*/ 2014965 w 2372700"/>
                  <a:gd name="connsiteY10" fmla="*/ 1401585 h 1756564"/>
                  <a:gd name="connsiteX11" fmla="*/ 1389001 w 2372700"/>
                  <a:gd name="connsiteY11" fmla="*/ 1039193 h 1756564"/>
                  <a:gd name="connsiteX12" fmla="*/ 1255790 w 2372700"/>
                  <a:gd name="connsiteY12" fmla="*/ 1074717 h 1756564"/>
                  <a:gd name="connsiteX13" fmla="*/ 1291315 w 2372700"/>
                  <a:gd name="connsiteY13" fmla="*/ 1207928 h 1756564"/>
                  <a:gd name="connsiteX14" fmla="*/ 1851793 w 2372700"/>
                  <a:gd name="connsiteY14" fmla="*/ 1532406 h 1756564"/>
                  <a:gd name="connsiteX15" fmla="*/ 1673128 w 2372700"/>
                  <a:gd name="connsiteY15" fmla="*/ 1643397 h 1756564"/>
                  <a:gd name="connsiteX16" fmla="*/ 1201250 w 2372700"/>
                  <a:gd name="connsiteY16" fmla="*/ 1370212 h 1756564"/>
                  <a:gd name="connsiteX17" fmla="*/ 1068040 w 2372700"/>
                  <a:gd name="connsiteY17" fmla="*/ 1405737 h 1756564"/>
                  <a:gd name="connsiteX18" fmla="*/ 1103564 w 2372700"/>
                  <a:gd name="connsiteY18" fmla="*/ 1538947 h 1756564"/>
                  <a:gd name="connsiteX19" fmla="*/ 1451284 w 2372700"/>
                  <a:gd name="connsiteY19" fmla="*/ 1740253 h 1756564"/>
                  <a:gd name="connsiteX20" fmla="*/ 1405141 w 2372700"/>
                  <a:gd name="connsiteY20" fmla="*/ 1753154 h 1756564"/>
                  <a:gd name="connsiteX21" fmla="*/ 0 w 2372700"/>
                  <a:gd name="connsiteY21" fmla="*/ 1206774 h 1756564"/>
                  <a:gd name="connsiteX22" fmla="*/ 0 w 2372700"/>
                  <a:gd name="connsiteY22" fmla="*/ 100317 h 1756564"/>
                  <a:gd name="connsiteX23" fmla="*/ 371531 w 2372700"/>
                  <a:gd name="connsiteY23" fmla="*/ 0 h 1756564"/>
                  <a:gd name="connsiteX0" fmla="*/ 371531 w 2370580"/>
                  <a:gd name="connsiteY0" fmla="*/ 0 h 1756564"/>
                  <a:gd name="connsiteX1" fmla="*/ 338081 w 2370580"/>
                  <a:gd name="connsiteY1" fmla="*/ 678653 h 1756564"/>
                  <a:gd name="connsiteX2" fmla="*/ 923415 w 2370580"/>
                  <a:gd name="connsiteY2" fmla="*/ 396871 h 1756564"/>
                  <a:gd name="connsiteX3" fmla="*/ 1094902 w 2370580"/>
                  <a:gd name="connsiteY3" fmla="*/ 282130 h 1756564"/>
                  <a:gd name="connsiteX4" fmla="*/ 2339873 w 2370580"/>
                  <a:gd name="connsiteY4" fmla="*/ 973699 h 1756564"/>
                  <a:gd name="connsiteX5" fmla="*/ 2275176 w 2370580"/>
                  <a:gd name="connsiteY5" fmla="*/ 1115439 h 1756564"/>
                  <a:gd name="connsiteX6" fmla="*/ 1580587 w 2370580"/>
                  <a:gd name="connsiteY6" fmla="*/ 713319 h 1756564"/>
                  <a:gd name="connsiteX7" fmla="*/ 1447377 w 2370580"/>
                  <a:gd name="connsiteY7" fmla="*/ 748843 h 1756564"/>
                  <a:gd name="connsiteX8" fmla="*/ 1482901 w 2370580"/>
                  <a:gd name="connsiteY8" fmla="*/ 882054 h 1756564"/>
                  <a:gd name="connsiteX9" fmla="*/ 2150368 w 2370580"/>
                  <a:gd name="connsiteY9" fmla="*/ 1268472 h 1756564"/>
                  <a:gd name="connsiteX10" fmla="*/ 2014965 w 2370580"/>
                  <a:gd name="connsiteY10" fmla="*/ 1401585 h 1756564"/>
                  <a:gd name="connsiteX11" fmla="*/ 1389001 w 2370580"/>
                  <a:gd name="connsiteY11" fmla="*/ 1039193 h 1756564"/>
                  <a:gd name="connsiteX12" fmla="*/ 1255790 w 2370580"/>
                  <a:gd name="connsiteY12" fmla="*/ 1074717 h 1756564"/>
                  <a:gd name="connsiteX13" fmla="*/ 1291315 w 2370580"/>
                  <a:gd name="connsiteY13" fmla="*/ 1207928 h 1756564"/>
                  <a:gd name="connsiteX14" fmla="*/ 1851793 w 2370580"/>
                  <a:gd name="connsiteY14" fmla="*/ 1532406 h 1756564"/>
                  <a:gd name="connsiteX15" fmla="*/ 1673128 w 2370580"/>
                  <a:gd name="connsiteY15" fmla="*/ 1643397 h 1756564"/>
                  <a:gd name="connsiteX16" fmla="*/ 1201250 w 2370580"/>
                  <a:gd name="connsiteY16" fmla="*/ 1370212 h 1756564"/>
                  <a:gd name="connsiteX17" fmla="*/ 1068040 w 2370580"/>
                  <a:gd name="connsiteY17" fmla="*/ 1405737 h 1756564"/>
                  <a:gd name="connsiteX18" fmla="*/ 1103564 w 2370580"/>
                  <a:gd name="connsiteY18" fmla="*/ 1538947 h 1756564"/>
                  <a:gd name="connsiteX19" fmla="*/ 1451284 w 2370580"/>
                  <a:gd name="connsiteY19" fmla="*/ 1740253 h 1756564"/>
                  <a:gd name="connsiteX20" fmla="*/ 1405141 w 2370580"/>
                  <a:gd name="connsiteY20" fmla="*/ 1753154 h 1756564"/>
                  <a:gd name="connsiteX21" fmla="*/ 0 w 2370580"/>
                  <a:gd name="connsiteY21" fmla="*/ 1206774 h 1756564"/>
                  <a:gd name="connsiteX22" fmla="*/ 0 w 2370580"/>
                  <a:gd name="connsiteY22" fmla="*/ 100317 h 1756564"/>
                  <a:gd name="connsiteX23" fmla="*/ 371531 w 2370580"/>
                  <a:gd name="connsiteY23" fmla="*/ 0 h 1756564"/>
                  <a:gd name="connsiteX0" fmla="*/ 371531 w 2355264"/>
                  <a:gd name="connsiteY0" fmla="*/ 0 h 1756564"/>
                  <a:gd name="connsiteX1" fmla="*/ 338081 w 2355264"/>
                  <a:gd name="connsiteY1" fmla="*/ 678653 h 1756564"/>
                  <a:gd name="connsiteX2" fmla="*/ 923415 w 2355264"/>
                  <a:gd name="connsiteY2" fmla="*/ 396871 h 1756564"/>
                  <a:gd name="connsiteX3" fmla="*/ 1094902 w 2355264"/>
                  <a:gd name="connsiteY3" fmla="*/ 282130 h 1756564"/>
                  <a:gd name="connsiteX4" fmla="*/ 2339873 w 2355264"/>
                  <a:gd name="connsiteY4" fmla="*/ 973699 h 1756564"/>
                  <a:gd name="connsiteX5" fmla="*/ 2275176 w 2355264"/>
                  <a:gd name="connsiteY5" fmla="*/ 1115439 h 1756564"/>
                  <a:gd name="connsiteX6" fmla="*/ 1580587 w 2355264"/>
                  <a:gd name="connsiteY6" fmla="*/ 713319 h 1756564"/>
                  <a:gd name="connsiteX7" fmla="*/ 1447377 w 2355264"/>
                  <a:gd name="connsiteY7" fmla="*/ 748843 h 1756564"/>
                  <a:gd name="connsiteX8" fmla="*/ 1482901 w 2355264"/>
                  <a:gd name="connsiteY8" fmla="*/ 882054 h 1756564"/>
                  <a:gd name="connsiteX9" fmla="*/ 2150368 w 2355264"/>
                  <a:gd name="connsiteY9" fmla="*/ 1268472 h 1756564"/>
                  <a:gd name="connsiteX10" fmla="*/ 2014965 w 2355264"/>
                  <a:gd name="connsiteY10" fmla="*/ 1401585 h 1756564"/>
                  <a:gd name="connsiteX11" fmla="*/ 1389001 w 2355264"/>
                  <a:gd name="connsiteY11" fmla="*/ 1039193 h 1756564"/>
                  <a:gd name="connsiteX12" fmla="*/ 1255790 w 2355264"/>
                  <a:gd name="connsiteY12" fmla="*/ 1074717 h 1756564"/>
                  <a:gd name="connsiteX13" fmla="*/ 1291315 w 2355264"/>
                  <a:gd name="connsiteY13" fmla="*/ 1207928 h 1756564"/>
                  <a:gd name="connsiteX14" fmla="*/ 1851793 w 2355264"/>
                  <a:gd name="connsiteY14" fmla="*/ 1532406 h 1756564"/>
                  <a:gd name="connsiteX15" fmla="*/ 1673128 w 2355264"/>
                  <a:gd name="connsiteY15" fmla="*/ 1643397 h 1756564"/>
                  <a:gd name="connsiteX16" fmla="*/ 1201250 w 2355264"/>
                  <a:gd name="connsiteY16" fmla="*/ 1370212 h 1756564"/>
                  <a:gd name="connsiteX17" fmla="*/ 1068040 w 2355264"/>
                  <a:gd name="connsiteY17" fmla="*/ 1405737 h 1756564"/>
                  <a:gd name="connsiteX18" fmla="*/ 1103564 w 2355264"/>
                  <a:gd name="connsiteY18" fmla="*/ 1538947 h 1756564"/>
                  <a:gd name="connsiteX19" fmla="*/ 1451284 w 2355264"/>
                  <a:gd name="connsiteY19" fmla="*/ 1740253 h 1756564"/>
                  <a:gd name="connsiteX20" fmla="*/ 1405141 w 2355264"/>
                  <a:gd name="connsiteY20" fmla="*/ 1753154 h 1756564"/>
                  <a:gd name="connsiteX21" fmla="*/ 0 w 2355264"/>
                  <a:gd name="connsiteY21" fmla="*/ 1206774 h 1756564"/>
                  <a:gd name="connsiteX22" fmla="*/ 0 w 2355264"/>
                  <a:gd name="connsiteY22" fmla="*/ 100317 h 1756564"/>
                  <a:gd name="connsiteX23" fmla="*/ 371531 w 2355264"/>
                  <a:gd name="connsiteY23" fmla="*/ 0 h 1756564"/>
                  <a:gd name="connsiteX0" fmla="*/ 371531 w 2352575"/>
                  <a:gd name="connsiteY0" fmla="*/ 0 h 1756564"/>
                  <a:gd name="connsiteX1" fmla="*/ 338081 w 2352575"/>
                  <a:gd name="connsiteY1" fmla="*/ 678653 h 1756564"/>
                  <a:gd name="connsiteX2" fmla="*/ 923415 w 2352575"/>
                  <a:gd name="connsiteY2" fmla="*/ 396871 h 1756564"/>
                  <a:gd name="connsiteX3" fmla="*/ 1094902 w 2352575"/>
                  <a:gd name="connsiteY3" fmla="*/ 282130 h 1756564"/>
                  <a:gd name="connsiteX4" fmla="*/ 2339873 w 2352575"/>
                  <a:gd name="connsiteY4" fmla="*/ 973699 h 1756564"/>
                  <a:gd name="connsiteX5" fmla="*/ 2275176 w 2352575"/>
                  <a:gd name="connsiteY5" fmla="*/ 1115439 h 1756564"/>
                  <a:gd name="connsiteX6" fmla="*/ 1580587 w 2352575"/>
                  <a:gd name="connsiteY6" fmla="*/ 713319 h 1756564"/>
                  <a:gd name="connsiteX7" fmla="*/ 1447377 w 2352575"/>
                  <a:gd name="connsiteY7" fmla="*/ 748843 h 1756564"/>
                  <a:gd name="connsiteX8" fmla="*/ 1482901 w 2352575"/>
                  <a:gd name="connsiteY8" fmla="*/ 882054 h 1756564"/>
                  <a:gd name="connsiteX9" fmla="*/ 2150368 w 2352575"/>
                  <a:gd name="connsiteY9" fmla="*/ 1268472 h 1756564"/>
                  <a:gd name="connsiteX10" fmla="*/ 2014965 w 2352575"/>
                  <a:gd name="connsiteY10" fmla="*/ 1401585 h 1756564"/>
                  <a:gd name="connsiteX11" fmla="*/ 1389001 w 2352575"/>
                  <a:gd name="connsiteY11" fmla="*/ 1039193 h 1756564"/>
                  <a:gd name="connsiteX12" fmla="*/ 1255790 w 2352575"/>
                  <a:gd name="connsiteY12" fmla="*/ 1074717 h 1756564"/>
                  <a:gd name="connsiteX13" fmla="*/ 1291315 w 2352575"/>
                  <a:gd name="connsiteY13" fmla="*/ 1207928 h 1756564"/>
                  <a:gd name="connsiteX14" fmla="*/ 1851793 w 2352575"/>
                  <a:gd name="connsiteY14" fmla="*/ 1532406 h 1756564"/>
                  <a:gd name="connsiteX15" fmla="*/ 1673128 w 2352575"/>
                  <a:gd name="connsiteY15" fmla="*/ 1643397 h 1756564"/>
                  <a:gd name="connsiteX16" fmla="*/ 1201250 w 2352575"/>
                  <a:gd name="connsiteY16" fmla="*/ 1370212 h 1756564"/>
                  <a:gd name="connsiteX17" fmla="*/ 1068040 w 2352575"/>
                  <a:gd name="connsiteY17" fmla="*/ 1405737 h 1756564"/>
                  <a:gd name="connsiteX18" fmla="*/ 1103564 w 2352575"/>
                  <a:gd name="connsiteY18" fmla="*/ 1538947 h 1756564"/>
                  <a:gd name="connsiteX19" fmla="*/ 1451284 w 2352575"/>
                  <a:gd name="connsiteY19" fmla="*/ 1740253 h 1756564"/>
                  <a:gd name="connsiteX20" fmla="*/ 1405141 w 2352575"/>
                  <a:gd name="connsiteY20" fmla="*/ 1753154 h 1756564"/>
                  <a:gd name="connsiteX21" fmla="*/ 0 w 2352575"/>
                  <a:gd name="connsiteY21" fmla="*/ 1206774 h 1756564"/>
                  <a:gd name="connsiteX22" fmla="*/ 0 w 2352575"/>
                  <a:gd name="connsiteY22" fmla="*/ 100317 h 1756564"/>
                  <a:gd name="connsiteX23" fmla="*/ 371531 w 2352575"/>
                  <a:gd name="connsiteY23" fmla="*/ 0 h 1756564"/>
                  <a:gd name="connsiteX0" fmla="*/ 371531 w 2352575"/>
                  <a:gd name="connsiteY0" fmla="*/ 0 h 1756564"/>
                  <a:gd name="connsiteX1" fmla="*/ 338081 w 2352575"/>
                  <a:gd name="connsiteY1" fmla="*/ 678653 h 1756564"/>
                  <a:gd name="connsiteX2" fmla="*/ 923415 w 2352575"/>
                  <a:gd name="connsiteY2" fmla="*/ 396871 h 1756564"/>
                  <a:gd name="connsiteX3" fmla="*/ 1094902 w 2352575"/>
                  <a:gd name="connsiteY3" fmla="*/ 282130 h 1756564"/>
                  <a:gd name="connsiteX4" fmla="*/ 2339873 w 2352575"/>
                  <a:gd name="connsiteY4" fmla="*/ 973699 h 1756564"/>
                  <a:gd name="connsiteX5" fmla="*/ 2275176 w 2352575"/>
                  <a:gd name="connsiteY5" fmla="*/ 1115439 h 1756564"/>
                  <a:gd name="connsiteX6" fmla="*/ 1580587 w 2352575"/>
                  <a:gd name="connsiteY6" fmla="*/ 713319 h 1756564"/>
                  <a:gd name="connsiteX7" fmla="*/ 1447377 w 2352575"/>
                  <a:gd name="connsiteY7" fmla="*/ 748843 h 1756564"/>
                  <a:gd name="connsiteX8" fmla="*/ 1482901 w 2352575"/>
                  <a:gd name="connsiteY8" fmla="*/ 882054 h 1756564"/>
                  <a:gd name="connsiteX9" fmla="*/ 2150368 w 2352575"/>
                  <a:gd name="connsiteY9" fmla="*/ 1268472 h 1756564"/>
                  <a:gd name="connsiteX10" fmla="*/ 2014965 w 2352575"/>
                  <a:gd name="connsiteY10" fmla="*/ 1401585 h 1756564"/>
                  <a:gd name="connsiteX11" fmla="*/ 1389001 w 2352575"/>
                  <a:gd name="connsiteY11" fmla="*/ 1039193 h 1756564"/>
                  <a:gd name="connsiteX12" fmla="*/ 1255790 w 2352575"/>
                  <a:gd name="connsiteY12" fmla="*/ 1074717 h 1756564"/>
                  <a:gd name="connsiteX13" fmla="*/ 1291315 w 2352575"/>
                  <a:gd name="connsiteY13" fmla="*/ 1207928 h 1756564"/>
                  <a:gd name="connsiteX14" fmla="*/ 1851793 w 2352575"/>
                  <a:gd name="connsiteY14" fmla="*/ 1532406 h 1756564"/>
                  <a:gd name="connsiteX15" fmla="*/ 1673128 w 2352575"/>
                  <a:gd name="connsiteY15" fmla="*/ 1643397 h 1756564"/>
                  <a:gd name="connsiteX16" fmla="*/ 1201250 w 2352575"/>
                  <a:gd name="connsiteY16" fmla="*/ 1370212 h 1756564"/>
                  <a:gd name="connsiteX17" fmla="*/ 1068040 w 2352575"/>
                  <a:gd name="connsiteY17" fmla="*/ 1405737 h 1756564"/>
                  <a:gd name="connsiteX18" fmla="*/ 1103564 w 2352575"/>
                  <a:gd name="connsiteY18" fmla="*/ 1538947 h 1756564"/>
                  <a:gd name="connsiteX19" fmla="*/ 1451284 w 2352575"/>
                  <a:gd name="connsiteY19" fmla="*/ 1740253 h 1756564"/>
                  <a:gd name="connsiteX20" fmla="*/ 1405141 w 2352575"/>
                  <a:gd name="connsiteY20" fmla="*/ 1753154 h 1756564"/>
                  <a:gd name="connsiteX21" fmla="*/ 0 w 2352575"/>
                  <a:gd name="connsiteY21" fmla="*/ 1206774 h 1756564"/>
                  <a:gd name="connsiteX22" fmla="*/ 0 w 2352575"/>
                  <a:gd name="connsiteY22" fmla="*/ 100317 h 1756564"/>
                  <a:gd name="connsiteX23" fmla="*/ 371531 w 2352575"/>
                  <a:gd name="connsiteY23" fmla="*/ 0 h 1756564"/>
                  <a:gd name="connsiteX0" fmla="*/ 371531 w 2352575"/>
                  <a:gd name="connsiteY0" fmla="*/ 0 h 1756564"/>
                  <a:gd name="connsiteX1" fmla="*/ 338081 w 2352575"/>
                  <a:gd name="connsiteY1" fmla="*/ 678653 h 1756564"/>
                  <a:gd name="connsiteX2" fmla="*/ 923415 w 2352575"/>
                  <a:gd name="connsiteY2" fmla="*/ 396871 h 1756564"/>
                  <a:gd name="connsiteX3" fmla="*/ 1094902 w 2352575"/>
                  <a:gd name="connsiteY3" fmla="*/ 282130 h 1756564"/>
                  <a:gd name="connsiteX4" fmla="*/ 2339873 w 2352575"/>
                  <a:gd name="connsiteY4" fmla="*/ 973699 h 1756564"/>
                  <a:gd name="connsiteX5" fmla="*/ 2275176 w 2352575"/>
                  <a:gd name="connsiteY5" fmla="*/ 1115439 h 1756564"/>
                  <a:gd name="connsiteX6" fmla="*/ 1580587 w 2352575"/>
                  <a:gd name="connsiteY6" fmla="*/ 713319 h 1756564"/>
                  <a:gd name="connsiteX7" fmla="*/ 1447377 w 2352575"/>
                  <a:gd name="connsiteY7" fmla="*/ 748843 h 1756564"/>
                  <a:gd name="connsiteX8" fmla="*/ 1482901 w 2352575"/>
                  <a:gd name="connsiteY8" fmla="*/ 882054 h 1756564"/>
                  <a:gd name="connsiteX9" fmla="*/ 2150368 w 2352575"/>
                  <a:gd name="connsiteY9" fmla="*/ 1268472 h 1756564"/>
                  <a:gd name="connsiteX10" fmla="*/ 2014965 w 2352575"/>
                  <a:gd name="connsiteY10" fmla="*/ 1401585 h 1756564"/>
                  <a:gd name="connsiteX11" fmla="*/ 1389001 w 2352575"/>
                  <a:gd name="connsiteY11" fmla="*/ 1039193 h 1756564"/>
                  <a:gd name="connsiteX12" fmla="*/ 1255790 w 2352575"/>
                  <a:gd name="connsiteY12" fmla="*/ 1074717 h 1756564"/>
                  <a:gd name="connsiteX13" fmla="*/ 1291315 w 2352575"/>
                  <a:gd name="connsiteY13" fmla="*/ 1207928 h 1756564"/>
                  <a:gd name="connsiteX14" fmla="*/ 1851793 w 2352575"/>
                  <a:gd name="connsiteY14" fmla="*/ 1532406 h 1756564"/>
                  <a:gd name="connsiteX15" fmla="*/ 1673128 w 2352575"/>
                  <a:gd name="connsiteY15" fmla="*/ 1643397 h 1756564"/>
                  <a:gd name="connsiteX16" fmla="*/ 1201250 w 2352575"/>
                  <a:gd name="connsiteY16" fmla="*/ 1370212 h 1756564"/>
                  <a:gd name="connsiteX17" fmla="*/ 1068040 w 2352575"/>
                  <a:gd name="connsiteY17" fmla="*/ 1405737 h 1756564"/>
                  <a:gd name="connsiteX18" fmla="*/ 1103564 w 2352575"/>
                  <a:gd name="connsiteY18" fmla="*/ 1538947 h 1756564"/>
                  <a:gd name="connsiteX19" fmla="*/ 1451284 w 2352575"/>
                  <a:gd name="connsiteY19" fmla="*/ 1740253 h 1756564"/>
                  <a:gd name="connsiteX20" fmla="*/ 1405141 w 2352575"/>
                  <a:gd name="connsiteY20" fmla="*/ 1753154 h 1756564"/>
                  <a:gd name="connsiteX21" fmla="*/ 0 w 2352575"/>
                  <a:gd name="connsiteY21" fmla="*/ 1206774 h 1756564"/>
                  <a:gd name="connsiteX22" fmla="*/ 0 w 2352575"/>
                  <a:gd name="connsiteY22" fmla="*/ 100317 h 1756564"/>
                  <a:gd name="connsiteX23" fmla="*/ 371531 w 2352575"/>
                  <a:gd name="connsiteY23" fmla="*/ 0 h 1756564"/>
                  <a:gd name="connsiteX0" fmla="*/ 371531 w 2352575"/>
                  <a:gd name="connsiteY0" fmla="*/ 0 h 1756564"/>
                  <a:gd name="connsiteX1" fmla="*/ 338081 w 2352575"/>
                  <a:gd name="connsiteY1" fmla="*/ 678653 h 1756564"/>
                  <a:gd name="connsiteX2" fmla="*/ 923415 w 2352575"/>
                  <a:gd name="connsiteY2" fmla="*/ 396871 h 1756564"/>
                  <a:gd name="connsiteX3" fmla="*/ 1094902 w 2352575"/>
                  <a:gd name="connsiteY3" fmla="*/ 282130 h 1756564"/>
                  <a:gd name="connsiteX4" fmla="*/ 2339873 w 2352575"/>
                  <a:gd name="connsiteY4" fmla="*/ 973699 h 1756564"/>
                  <a:gd name="connsiteX5" fmla="*/ 2275176 w 2352575"/>
                  <a:gd name="connsiteY5" fmla="*/ 1115439 h 1756564"/>
                  <a:gd name="connsiteX6" fmla="*/ 1580587 w 2352575"/>
                  <a:gd name="connsiteY6" fmla="*/ 713319 h 1756564"/>
                  <a:gd name="connsiteX7" fmla="*/ 1447377 w 2352575"/>
                  <a:gd name="connsiteY7" fmla="*/ 748843 h 1756564"/>
                  <a:gd name="connsiteX8" fmla="*/ 1482901 w 2352575"/>
                  <a:gd name="connsiteY8" fmla="*/ 882054 h 1756564"/>
                  <a:gd name="connsiteX9" fmla="*/ 2150368 w 2352575"/>
                  <a:gd name="connsiteY9" fmla="*/ 1268472 h 1756564"/>
                  <a:gd name="connsiteX10" fmla="*/ 2014965 w 2352575"/>
                  <a:gd name="connsiteY10" fmla="*/ 1401585 h 1756564"/>
                  <a:gd name="connsiteX11" fmla="*/ 1389001 w 2352575"/>
                  <a:gd name="connsiteY11" fmla="*/ 1039193 h 1756564"/>
                  <a:gd name="connsiteX12" fmla="*/ 1255790 w 2352575"/>
                  <a:gd name="connsiteY12" fmla="*/ 1074717 h 1756564"/>
                  <a:gd name="connsiteX13" fmla="*/ 1291315 w 2352575"/>
                  <a:gd name="connsiteY13" fmla="*/ 1207928 h 1756564"/>
                  <a:gd name="connsiteX14" fmla="*/ 1851793 w 2352575"/>
                  <a:gd name="connsiteY14" fmla="*/ 1532406 h 1756564"/>
                  <a:gd name="connsiteX15" fmla="*/ 1673128 w 2352575"/>
                  <a:gd name="connsiteY15" fmla="*/ 1643397 h 1756564"/>
                  <a:gd name="connsiteX16" fmla="*/ 1201250 w 2352575"/>
                  <a:gd name="connsiteY16" fmla="*/ 1370212 h 1756564"/>
                  <a:gd name="connsiteX17" fmla="*/ 1068040 w 2352575"/>
                  <a:gd name="connsiteY17" fmla="*/ 1405737 h 1756564"/>
                  <a:gd name="connsiteX18" fmla="*/ 1103564 w 2352575"/>
                  <a:gd name="connsiteY18" fmla="*/ 1538947 h 1756564"/>
                  <a:gd name="connsiteX19" fmla="*/ 1451284 w 2352575"/>
                  <a:gd name="connsiteY19" fmla="*/ 1740253 h 1756564"/>
                  <a:gd name="connsiteX20" fmla="*/ 1405141 w 2352575"/>
                  <a:gd name="connsiteY20" fmla="*/ 1753154 h 1756564"/>
                  <a:gd name="connsiteX21" fmla="*/ 0 w 2352575"/>
                  <a:gd name="connsiteY21" fmla="*/ 1206774 h 1756564"/>
                  <a:gd name="connsiteX22" fmla="*/ 0 w 2352575"/>
                  <a:gd name="connsiteY22" fmla="*/ 100317 h 1756564"/>
                  <a:gd name="connsiteX23" fmla="*/ 371531 w 2352575"/>
                  <a:gd name="connsiteY23" fmla="*/ 0 h 1756564"/>
                  <a:gd name="connsiteX0" fmla="*/ 371531 w 2352575"/>
                  <a:gd name="connsiteY0" fmla="*/ 0 h 1756564"/>
                  <a:gd name="connsiteX1" fmla="*/ 338081 w 2352575"/>
                  <a:gd name="connsiteY1" fmla="*/ 678653 h 1756564"/>
                  <a:gd name="connsiteX2" fmla="*/ 923415 w 2352575"/>
                  <a:gd name="connsiteY2" fmla="*/ 396871 h 1756564"/>
                  <a:gd name="connsiteX3" fmla="*/ 1094902 w 2352575"/>
                  <a:gd name="connsiteY3" fmla="*/ 282130 h 1756564"/>
                  <a:gd name="connsiteX4" fmla="*/ 2339873 w 2352575"/>
                  <a:gd name="connsiteY4" fmla="*/ 973699 h 1756564"/>
                  <a:gd name="connsiteX5" fmla="*/ 2275176 w 2352575"/>
                  <a:gd name="connsiteY5" fmla="*/ 1115439 h 1756564"/>
                  <a:gd name="connsiteX6" fmla="*/ 1580587 w 2352575"/>
                  <a:gd name="connsiteY6" fmla="*/ 713319 h 1756564"/>
                  <a:gd name="connsiteX7" fmla="*/ 1447377 w 2352575"/>
                  <a:gd name="connsiteY7" fmla="*/ 748843 h 1756564"/>
                  <a:gd name="connsiteX8" fmla="*/ 1482901 w 2352575"/>
                  <a:gd name="connsiteY8" fmla="*/ 882054 h 1756564"/>
                  <a:gd name="connsiteX9" fmla="*/ 2150368 w 2352575"/>
                  <a:gd name="connsiteY9" fmla="*/ 1268472 h 1756564"/>
                  <a:gd name="connsiteX10" fmla="*/ 2014965 w 2352575"/>
                  <a:gd name="connsiteY10" fmla="*/ 1401585 h 1756564"/>
                  <a:gd name="connsiteX11" fmla="*/ 1389001 w 2352575"/>
                  <a:gd name="connsiteY11" fmla="*/ 1039193 h 1756564"/>
                  <a:gd name="connsiteX12" fmla="*/ 1255790 w 2352575"/>
                  <a:gd name="connsiteY12" fmla="*/ 1074717 h 1756564"/>
                  <a:gd name="connsiteX13" fmla="*/ 1291315 w 2352575"/>
                  <a:gd name="connsiteY13" fmla="*/ 1207928 h 1756564"/>
                  <a:gd name="connsiteX14" fmla="*/ 1851793 w 2352575"/>
                  <a:gd name="connsiteY14" fmla="*/ 1532406 h 1756564"/>
                  <a:gd name="connsiteX15" fmla="*/ 1673128 w 2352575"/>
                  <a:gd name="connsiteY15" fmla="*/ 1643397 h 1756564"/>
                  <a:gd name="connsiteX16" fmla="*/ 1201250 w 2352575"/>
                  <a:gd name="connsiteY16" fmla="*/ 1370212 h 1756564"/>
                  <a:gd name="connsiteX17" fmla="*/ 1068040 w 2352575"/>
                  <a:gd name="connsiteY17" fmla="*/ 1405737 h 1756564"/>
                  <a:gd name="connsiteX18" fmla="*/ 1103564 w 2352575"/>
                  <a:gd name="connsiteY18" fmla="*/ 1538947 h 1756564"/>
                  <a:gd name="connsiteX19" fmla="*/ 1451284 w 2352575"/>
                  <a:gd name="connsiteY19" fmla="*/ 1740253 h 1756564"/>
                  <a:gd name="connsiteX20" fmla="*/ 1405141 w 2352575"/>
                  <a:gd name="connsiteY20" fmla="*/ 1753154 h 1756564"/>
                  <a:gd name="connsiteX21" fmla="*/ 0 w 2352575"/>
                  <a:gd name="connsiteY21" fmla="*/ 1206774 h 1756564"/>
                  <a:gd name="connsiteX22" fmla="*/ 0 w 2352575"/>
                  <a:gd name="connsiteY22" fmla="*/ 100317 h 1756564"/>
                  <a:gd name="connsiteX23" fmla="*/ 371531 w 2352575"/>
                  <a:gd name="connsiteY23" fmla="*/ 0 h 1756564"/>
                  <a:gd name="connsiteX0" fmla="*/ 371531 w 2352575"/>
                  <a:gd name="connsiteY0" fmla="*/ 0 h 1756564"/>
                  <a:gd name="connsiteX1" fmla="*/ 338081 w 2352575"/>
                  <a:gd name="connsiteY1" fmla="*/ 678653 h 1756564"/>
                  <a:gd name="connsiteX2" fmla="*/ 923415 w 2352575"/>
                  <a:gd name="connsiteY2" fmla="*/ 396871 h 1756564"/>
                  <a:gd name="connsiteX3" fmla="*/ 1094902 w 2352575"/>
                  <a:gd name="connsiteY3" fmla="*/ 282130 h 1756564"/>
                  <a:gd name="connsiteX4" fmla="*/ 2339873 w 2352575"/>
                  <a:gd name="connsiteY4" fmla="*/ 973699 h 1756564"/>
                  <a:gd name="connsiteX5" fmla="*/ 2275176 w 2352575"/>
                  <a:gd name="connsiteY5" fmla="*/ 1115439 h 1756564"/>
                  <a:gd name="connsiteX6" fmla="*/ 1580587 w 2352575"/>
                  <a:gd name="connsiteY6" fmla="*/ 713319 h 1756564"/>
                  <a:gd name="connsiteX7" fmla="*/ 1447377 w 2352575"/>
                  <a:gd name="connsiteY7" fmla="*/ 748843 h 1756564"/>
                  <a:gd name="connsiteX8" fmla="*/ 1482901 w 2352575"/>
                  <a:gd name="connsiteY8" fmla="*/ 882054 h 1756564"/>
                  <a:gd name="connsiteX9" fmla="*/ 2150368 w 2352575"/>
                  <a:gd name="connsiteY9" fmla="*/ 1268472 h 1756564"/>
                  <a:gd name="connsiteX10" fmla="*/ 2014965 w 2352575"/>
                  <a:gd name="connsiteY10" fmla="*/ 1401585 h 1756564"/>
                  <a:gd name="connsiteX11" fmla="*/ 1389001 w 2352575"/>
                  <a:gd name="connsiteY11" fmla="*/ 1039193 h 1756564"/>
                  <a:gd name="connsiteX12" fmla="*/ 1255790 w 2352575"/>
                  <a:gd name="connsiteY12" fmla="*/ 1074717 h 1756564"/>
                  <a:gd name="connsiteX13" fmla="*/ 1291315 w 2352575"/>
                  <a:gd name="connsiteY13" fmla="*/ 1207928 h 1756564"/>
                  <a:gd name="connsiteX14" fmla="*/ 1851793 w 2352575"/>
                  <a:gd name="connsiteY14" fmla="*/ 1532406 h 1756564"/>
                  <a:gd name="connsiteX15" fmla="*/ 1673128 w 2352575"/>
                  <a:gd name="connsiteY15" fmla="*/ 1643397 h 1756564"/>
                  <a:gd name="connsiteX16" fmla="*/ 1201250 w 2352575"/>
                  <a:gd name="connsiteY16" fmla="*/ 1370212 h 1756564"/>
                  <a:gd name="connsiteX17" fmla="*/ 1068040 w 2352575"/>
                  <a:gd name="connsiteY17" fmla="*/ 1405737 h 1756564"/>
                  <a:gd name="connsiteX18" fmla="*/ 1103564 w 2352575"/>
                  <a:gd name="connsiteY18" fmla="*/ 1538947 h 1756564"/>
                  <a:gd name="connsiteX19" fmla="*/ 1451284 w 2352575"/>
                  <a:gd name="connsiteY19" fmla="*/ 1740253 h 1756564"/>
                  <a:gd name="connsiteX20" fmla="*/ 1405141 w 2352575"/>
                  <a:gd name="connsiteY20" fmla="*/ 1753154 h 1756564"/>
                  <a:gd name="connsiteX21" fmla="*/ 0 w 2352575"/>
                  <a:gd name="connsiteY21" fmla="*/ 1206774 h 1756564"/>
                  <a:gd name="connsiteX22" fmla="*/ 0 w 2352575"/>
                  <a:gd name="connsiteY22" fmla="*/ 100317 h 1756564"/>
                  <a:gd name="connsiteX23" fmla="*/ 371531 w 2352575"/>
                  <a:gd name="connsiteY23" fmla="*/ 0 h 1756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352575" h="1756564">
                    <a:moveTo>
                      <a:pt x="371531" y="0"/>
                    </a:moveTo>
                    <a:cubicBezTo>
                      <a:pt x="158521" y="319481"/>
                      <a:pt x="212409" y="604752"/>
                      <a:pt x="338081" y="678653"/>
                    </a:cubicBezTo>
                    <a:cubicBezTo>
                      <a:pt x="560703" y="780297"/>
                      <a:pt x="785623" y="659527"/>
                      <a:pt x="923415" y="396871"/>
                    </a:cubicBezTo>
                    <a:cubicBezTo>
                      <a:pt x="984855" y="357210"/>
                      <a:pt x="1040825" y="312436"/>
                      <a:pt x="1094902" y="282130"/>
                    </a:cubicBezTo>
                    <a:cubicBezTo>
                      <a:pt x="1327255" y="439779"/>
                      <a:pt x="2207734" y="723607"/>
                      <a:pt x="2339873" y="973699"/>
                    </a:cubicBezTo>
                    <a:cubicBezTo>
                      <a:pt x="2378746" y="1028987"/>
                      <a:pt x="2320120" y="1148559"/>
                      <a:pt x="2275176" y="1115439"/>
                    </a:cubicBezTo>
                    <a:lnTo>
                      <a:pt x="1580587" y="713319"/>
                    </a:lnTo>
                    <a:cubicBezTo>
                      <a:pt x="1533992" y="686343"/>
                      <a:pt x="1474352" y="702248"/>
                      <a:pt x="1447377" y="748843"/>
                    </a:cubicBezTo>
                    <a:cubicBezTo>
                      <a:pt x="1420401" y="795438"/>
                      <a:pt x="1436306" y="855078"/>
                      <a:pt x="1482901" y="882054"/>
                    </a:cubicBezTo>
                    <a:lnTo>
                      <a:pt x="2150368" y="1268472"/>
                    </a:lnTo>
                    <a:cubicBezTo>
                      <a:pt x="2175333" y="1289221"/>
                      <a:pt x="2116701" y="1467807"/>
                      <a:pt x="2014965" y="1401585"/>
                    </a:cubicBezTo>
                    <a:lnTo>
                      <a:pt x="1389001" y="1039193"/>
                    </a:lnTo>
                    <a:cubicBezTo>
                      <a:pt x="1342406" y="1012217"/>
                      <a:pt x="1282765" y="1028122"/>
                      <a:pt x="1255790" y="1074717"/>
                    </a:cubicBezTo>
                    <a:cubicBezTo>
                      <a:pt x="1228815" y="1121312"/>
                      <a:pt x="1244719" y="1180952"/>
                      <a:pt x="1291315" y="1207928"/>
                    </a:cubicBezTo>
                    <a:lnTo>
                      <a:pt x="1851793" y="1532406"/>
                    </a:lnTo>
                    <a:cubicBezTo>
                      <a:pt x="1883199" y="1550075"/>
                      <a:pt x="1772259" y="1699353"/>
                      <a:pt x="1673128" y="1643397"/>
                    </a:cubicBezTo>
                    <a:lnTo>
                      <a:pt x="1201250" y="1370212"/>
                    </a:lnTo>
                    <a:cubicBezTo>
                      <a:pt x="1154656" y="1343237"/>
                      <a:pt x="1095016" y="1359142"/>
                      <a:pt x="1068040" y="1405737"/>
                    </a:cubicBezTo>
                    <a:cubicBezTo>
                      <a:pt x="1041065" y="1452331"/>
                      <a:pt x="1056970" y="1511972"/>
                      <a:pt x="1103564" y="1538947"/>
                    </a:cubicBezTo>
                    <a:lnTo>
                      <a:pt x="1451284" y="1740253"/>
                    </a:lnTo>
                    <a:lnTo>
                      <a:pt x="1405141" y="1753154"/>
                    </a:lnTo>
                    <a:cubicBezTo>
                      <a:pt x="1131055" y="1794661"/>
                      <a:pt x="415792" y="1448231"/>
                      <a:pt x="0" y="1206774"/>
                    </a:cubicBezTo>
                    <a:lnTo>
                      <a:pt x="0" y="100317"/>
                    </a:lnTo>
                    <a:lnTo>
                      <a:pt x="371531" y="0"/>
                    </a:ln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 7"/>
              <p:cNvSpPr/>
              <p:nvPr/>
            </p:nvSpPr>
            <p:spPr>
              <a:xfrm rot="20413886">
                <a:off x="5772875" y="5103073"/>
                <a:ext cx="451445" cy="516091"/>
              </a:xfrm>
              <a:custGeom>
                <a:avLst/>
                <a:gdLst>
                  <a:gd name="connsiteX0" fmla="*/ 0 w 485775"/>
                  <a:gd name="connsiteY0" fmla="*/ 0 h 1201969"/>
                  <a:gd name="connsiteX1" fmla="*/ 485775 w 485775"/>
                  <a:gd name="connsiteY1" fmla="*/ 0 h 1201969"/>
                  <a:gd name="connsiteX2" fmla="*/ 485775 w 485775"/>
                  <a:gd name="connsiteY2" fmla="*/ 1201969 h 1201969"/>
                  <a:gd name="connsiteX3" fmla="*/ 0 w 485775"/>
                  <a:gd name="connsiteY3" fmla="*/ 1201969 h 1201969"/>
                  <a:gd name="connsiteX4" fmla="*/ 0 w 485775"/>
                  <a:gd name="connsiteY4" fmla="*/ 0 h 1201969"/>
                  <a:gd name="connsiteX0" fmla="*/ 0 w 485775"/>
                  <a:gd name="connsiteY0" fmla="*/ 0 h 1201969"/>
                  <a:gd name="connsiteX1" fmla="*/ 485775 w 485775"/>
                  <a:gd name="connsiteY1" fmla="*/ 0 h 1201969"/>
                  <a:gd name="connsiteX2" fmla="*/ 485775 w 485775"/>
                  <a:gd name="connsiteY2" fmla="*/ 1201969 h 1201969"/>
                  <a:gd name="connsiteX3" fmla="*/ 15333 w 485775"/>
                  <a:gd name="connsiteY3" fmla="*/ 370770 h 1201969"/>
                  <a:gd name="connsiteX4" fmla="*/ 0 w 485775"/>
                  <a:gd name="connsiteY4" fmla="*/ 0 h 1201969"/>
                  <a:gd name="connsiteX0" fmla="*/ 0 w 485775"/>
                  <a:gd name="connsiteY0" fmla="*/ 0 h 1201969"/>
                  <a:gd name="connsiteX1" fmla="*/ 466679 w 485775"/>
                  <a:gd name="connsiteY1" fmla="*/ 43744 h 1201969"/>
                  <a:gd name="connsiteX2" fmla="*/ 485775 w 485775"/>
                  <a:gd name="connsiteY2" fmla="*/ 1201969 h 1201969"/>
                  <a:gd name="connsiteX3" fmla="*/ 15333 w 485775"/>
                  <a:gd name="connsiteY3" fmla="*/ 370770 h 1201969"/>
                  <a:gd name="connsiteX4" fmla="*/ 0 w 485775"/>
                  <a:gd name="connsiteY4" fmla="*/ 0 h 1201969"/>
                  <a:gd name="connsiteX0" fmla="*/ 0 w 485775"/>
                  <a:gd name="connsiteY0" fmla="*/ 0 h 1201969"/>
                  <a:gd name="connsiteX1" fmla="*/ 465233 w 485775"/>
                  <a:gd name="connsiteY1" fmla="*/ 19607 h 1201969"/>
                  <a:gd name="connsiteX2" fmla="*/ 485775 w 485775"/>
                  <a:gd name="connsiteY2" fmla="*/ 1201969 h 1201969"/>
                  <a:gd name="connsiteX3" fmla="*/ 15333 w 485775"/>
                  <a:gd name="connsiteY3" fmla="*/ 370770 h 1201969"/>
                  <a:gd name="connsiteX4" fmla="*/ 0 w 485775"/>
                  <a:gd name="connsiteY4" fmla="*/ 0 h 1201969"/>
                  <a:gd name="connsiteX0" fmla="*/ 0 w 485775"/>
                  <a:gd name="connsiteY0" fmla="*/ 76773 h 1278742"/>
                  <a:gd name="connsiteX1" fmla="*/ 398672 w 485775"/>
                  <a:gd name="connsiteY1" fmla="*/ 233 h 1278742"/>
                  <a:gd name="connsiteX2" fmla="*/ 465233 w 485775"/>
                  <a:gd name="connsiteY2" fmla="*/ 96380 h 1278742"/>
                  <a:gd name="connsiteX3" fmla="*/ 485775 w 485775"/>
                  <a:gd name="connsiteY3" fmla="*/ 1278742 h 1278742"/>
                  <a:gd name="connsiteX4" fmla="*/ 15333 w 485775"/>
                  <a:gd name="connsiteY4" fmla="*/ 447543 h 1278742"/>
                  <a:gd name="connsiteX5" fmla="*/ 0 w 485775"/>
                  <a:gd name="connsiteY5" fmla="*/ 76773 h 1278742"/>
                  <a:gd name="connsiteX0" fmla="*/ 0 w 682463"/>
                  <a:gd name="connsiteY0" fmla="*/ 70203 h 1278760"/>
                  <a:gd name="connsiteX1" fmla="*/ 595360 w 682463"/>
                  <a:gd name="connsiteY1" fmla="*/ 251 h 1278760"/>
                  <a:gd name="connsiteX2" fmla="*/ 661921 w 682463"/>
                  <a:gd name="connsiteY2" fmla="*/ 96398 h 1278760"/>
                  <a:gd name="connsiteX3" fmla="*/ 682463 w 682463"/>
                  <a:gd name="connsiteY3" fmla="*/ 1278760 h 1278760"/>
                  <a:gd name="connsiteX4" fmla="*/ 212021 w 682463"/>
                  <a:gd name="connsiteY4" fmla="*/ 447561 h 1278760"/>
                  <a:gd name="connsiteX5" fmla="*/ 0 w 682463"/>
                  <a:gd name="connsiteY5" fmla="*/ 70203 h 1278760"/>
                  <a:gd name="connsiteX0" fmla="*/ 274960 w 957423"/>
                  <a:gd name="connsiteY0" fmla="*/ 102321 h 1310878"/>
                  <a:gd name="connsiteX1" fmla="*/ 17366 w 957423"/>
                  <a:gd name="connsiteY1" fmla="*/ 2468 h 1310878"/>
                  <a:gd name="connsiteX2" fmla="*/ 870320 w 957423"/>
                  <a:gd name="connsiteY2" fmla="*/ 32369 h 1310878"/>
                  <a:gd name="connsiteX3" fmla="*/ 936881 w 957423"/>
                  <a:gd name="connsiteY3" fmla="*/ 128516 h 1310878"/>
                  <a:gd name="connsiteX4" fmla="*/ 957423 w 957423"/>
                  <a:gd name="connsiteY4" fmla="*/ 1310878 h 1310878"/>
                  <a:gd name="connsiteX5" fmla="*/ 486981 w 957423"/>
                  <a:gd name="connsiteY5" fmla="*/ 479679 h 1310878"/>
                  <a:gd name="connsiteX6" fmla="*/ 274960 w 957423"/>
                  <a:gd name="connsiteY6" fmla="*/ 102321 h 1310878"/>
                  <a:gd name="connsiteX0" fmla="*/ 278305 w 960768"/>
                  <a:gd name="connsiteY0" fmla="*/ 102321 h 1310878"/>
                  <a:gd name="connsiteX1" fmla="*/ 20711 w 960768"/>
                  <a:gd name="connsiteY1" fmla="*/ 2468 h 1310878"/>
                  <a:gd name="connsiteX2" fmla="*/ 873665 w 960768"/>
                  <a:gd name="connsiteY2" fmla="*/ 32369 h 1310878"/>
                  <a:gd name="connsiteX3" fmla="*/ 940226 w 960768"/>
                  <a:gd name="connsiteY3" fmla="*/ 128516 h 1310878"/>
                  <a:gd name="connsiteX4" fmla="*/ 960768 w 960768"/>
                  <a:gd name="connsiteY4" fmla="*/ 1310878 h 1310878"/>
                  <a:gd name="connsiteX5" fmla="*/ 490326 w 960768"/>
                  <a:gd name="connsiteY5" fmla="*/ 479679 h 1310878"/>
                  <a:gd name="connsiteX6" fmla="*/ 278305 w 960768"/>
                  <a:gd name="connsiteY6" fmla="*/ 102321 h 1310878"/>
                  <a:gd name="connsiteX0" fmla="*/ 278305 w 960768"/>
                  <a:gd name="connsiteY0" fmla="*/ 386980 h 1595537"/>
                  <a:gd name="connsiteX1" fmla="*/ 20711 w 960768"/>
                  <a:gd name="connsiteY1" fmla="*/ 287127 h 1595537"/>
                  <a:gd name="connsiteX2" fmla="*/ 491628 w 960768"/>
                  <a:gd name="connsiteY2" fmla="*/ 66 h 1595537"/>
                  <a:gd name="connsiteX3" fmla="*/ 873665 w 960768"/>
                  <a:gd name="connsiteY3" fmla="*/ 317028 h 1595537"/>
                  <a:gd name="connsiteX4" fmla="*/ 940226 w 960768"/>
                  <a:gd name="connsiteY4" fmla="*/ 413175 h 1595537"/>
                  <a:gd name="connsiteX5" fmla="*/ 960768 w 960768"/>
                  <a:gd name="connsiteY5" fmla="*/ 1595537 h 1595537"/>
                  <a:gd name="connsiteX6" fmla="*/ 490326 w 960768"/>
                  <a:gd name="connsiteY6" fmla="*/ 764338 h 1595537"/>
                  <a:gd name="connsiteX7" fmla="*/ 278305 w 960768"/>
                  <a:gd name="connsiteY7" fmla="*/ 386980 h 1595537"/>
                  <a:gd name="connsiteX0" fmla="*/ 361024 w 1043487"/>
                  <a:gd name="connsiteY0" fmla="*/ 386973 h 1595530"/>
                  <a:gd name="connsiteX1" fmla="*/ 16697 w 1043487"/>
                  <a:gd name="connsiteY1" fmla="*/ 324268 h 1595530"/>
                  <a:gd name="connsiteX2" fmla="*/ 574347 w 1043487"/>
                  <a:gd name="connsiteY2" fmla="*/ 59 h 1595530"/>
                  <a:gd name="connsiteX3" fmla="*/ 956384 w 1043487"/>
                  <a:gd name="connsiteY3" fmla="*/ 317021 h 1595530"/>
                  <a:gd name="connsiteX4" fmla="*/ 1022945 w 1043487"/>
                  <a:gd name="connsiteY4" fmla="*/ 413168 h 1595530"/>
                  <a:gd name="connsiteX5" fmla="*/ 1043487 w 1043487"/>
                  <a:gd name="connsiteY5" fmla="*/ 1595530 h 1595530"/>
                  <a:gd name="connsiteX6" fmla="*/ 573045 w 1043487"/>
                  <a:gd name="connsiteY6" fmla="*/ 764331 h 1595530"/>
                  <a:gd name="connsiteX7" fmla="*/ 361024 w 1043487"/>
                  <a:gd name="connsiteY7" fmla="*/ 386973 h 1595530"/>
                  <a:gd name="connsiteX0" fmla="*/ 361024 w 1043487"/>
                  <a:gd name="connsiteY0" fmla="*/ 386971 h 1595528"/>
                  <a:gd name="connsiteX1" fmla="*/ 16697 w 1043487"/>
                  <a:gd name="connsiteY1" fmla="*/ 324266 h 1595528"/>
                  <a:gd name="connsiteX2" fmla="*/ 574347 w 1043487"/>
                  <a:gd name="connsiteY2" fmla="*/ 57 h 1595528"/>
                  <a:gd name="connsiteX3" fmla="*/ 956384 w 1043487"/>
                  <a:gd name="connsiteY3" fmla="*/ 317019 h 1595528"/>
                  <a:gd name="connsiteX4" fmla="*/ 1022945 w 1043487"/>
                  <a:gd name="connsiteY4" fmla="*/ 413166 h 1595528"/>
                  <a:gd name="connsiteX5" fmla="*/ 1043487 w 1043487"/>
                  <a:gd name="connsiteY5" fmla="*/ 1595528 h 1595528"/>
                  <a:gd name="connsiteX6" fmla="*/ 573045 w 1043487"/>
                  <a:gd name="connsiteY6" fmla="*/ 764329 h 1595528"/>
                  <a:gd name="connsiteX7" fmla="*/ 361024 w 1043487"/>
                  <a:gd name="connsiteY7" fmla="*/ 386971 h 1595528"/>
                  <a:gd name="connsiteX0" fmla="*/ 361024 w 1043487"/>
                  <a:gd name="connsiteY0" fmla="*/ 387014 h 1595571"/>
                  <a:gd name="connsiteX1" fmla="*/ 16697 w 1043487"/>
                  <a:gd name="connsiteY1" fmla="*/ 324309 h 1595571"/>
                  <a:gd name="connsiteX2" fmla="*/ 574347 w 1043487"/>
                  <a:gd name="connsiteY2" fmla="*/ 100 h 1595571"/>
                  <a:gd name="connsiteX3" fmla="*/ 956384 w 1043487"/>
                  <a:gd name="connsiteY3" fmla="*/ 317062 h 1595571"/>
                  <a:gd name="connsiteX4" fmla="*/ 1022945 w 1043487"/>
                  <a:gd name="connsiteY4" fmla="*/ 413209 h 1595571"/>
                  <a:gd name="connsiteX5" fmla="*/ 1043487 w 1043487"/>
                  <a:gd name="connsiteY5" fmla="*/ 1595571 h 1595571"/>
                  <a:gd name="connsiteX6" fmla="*/ 573045 w 1043487"/>
                  <a:gd name="connsiteY6" fmla="*/ 764372 h 1595571"/>
                  <a:gd name="connsiteX7" fmla="*/ 361024 w 1043487"/>
                  <a:gd name="connsiteY7" fmla="*/ 387014 h 1595571"/>
                  <a:gd name="connsiteX0" fmla="*/ 347217 w 1029680"/>
                  <a:gd name="connsiteY0" fmla="*/ 387014 h 1595571"/>
                  <a:gd name="connsiteX1" fmla="*/ 2890 w 1029680"/>
                  <a:gd name="connsiteY1" fmla="*/ 324309 h 1595571"/>
                  <a:gd name="connsiteX2" fmla="*/ 560540 w 1029680"/>
                  <a:gd name="connsiteY2" fmla="*/ 100 h 1595571"/>
                  <a:gd name="connsiteX3" fmla="*/ 942577 w 1029680"/>
                  <a:gd name="connsiteY3" fmla="*/ 317062 h 1595571"/>
                  <a:gd name="connsiteX4" fmla="*/ 1009138 w 1029680"/>
                  <a:gd name="connsiteY4" fmla="*/ 413209 h 1595571"/>
                  <a:gd name="connsiteX5" fmla="*/ 1029680 w 1029680"/>
                  <a:gd name="connsiteY5" fmla="*/ 1595571 h 1595571"/>
                  <a:gd name="connsiteX6" fmla="*/ 559238 w 1029680"/>
                  <a:gd name="connsiteY6" fmla="*/ 764372 h 1595571"/>
                  <a:gd name="connsiteX7" fmla="*/ 347217 w 1029680"/>
                  <a:gd name="connsiteY7" fmla="*/ 387014 h 1595571"/>
                  <a:gd name="connsiteX0" fmla="*/ 347217 w 1029680"/>
                  <a:gd name="connsiteY0" fmla="*/ 387014 h 1595571"/>
                  <a:gd name="connsiteX1" fmla="*/ 2890 w 1029680"/>
                  <a:gd name="connsiteY1" fmla="*/ 324309 h 1595571"/>
                  <a:gd name="connsiteX2" fmla="*/ 560540 w 1029680"/>
                  <a:gd name="connsiteY2" fmla="*/ 100 h 1595571"/>
                  <a:gd name="connsiteX3" fmla="*/ 942577 w 1029680"/>
                  <a:gd name="connsiteY3" fmla="*/ 317062 h 1595571"/>
                  <a:gd name="connsiteX4" fmla="*/ 1009138 w 1029680"/>
                  <a:gd name="connsiteY4" fmla="*/ 413209 h 1595571"/>
                  <a:gd name="connsiteX5" fmla="*/ 1029680 w 1029680"/>
                  <a:gd name="connsiteY5" fmla="*/ 1595571 h 1595571"/>
                  <a:gd name="connsiteX6" fmla="*/ 559238 w 1029680"/>
                  <a:gd name="connsiteY6" fmla="*/ 764372 h 1595571"/>
                  <a:gd name="connsiteX7" fmla="*/ 347217 w 1029680"/>
                  <a:gd name="connsiteY7" fmla="*/ 387014 h 1595571"/>
                  <a:gd name="connsiteX0" fmla="*/ 347217 w 1029680"/>
                  <a:gd name="connsiteY0" fmla="*/ 387014 h 1595571"/>
                  <a:gd name="connsiteX1" fmla="*/ 2890 w 1029680"/>
                  <a:gd name="connsiteY1" fmla="*/ 324309 h 1595571"/>
                  <a:gd name="connsiteX2" fmla="*/ 560540 w 1029680"/>
                  <a:gd name="connsiteY2" fmla="*/ 100 h 1595571"/>
                  <a:gd name="connsiteX3" fmla="*/ 942577 w 1029680"/>
                  <a:gd name="connsiteY3" fmla="*/ 317062 h 1595571"/>
                  <a:gd name="connsiteX4" fmla="*/ 1009138 w 1029680"/>
                  <a:gd name="connsiteY4" fmla="*/ 413209 h 1595571"/>
                  <a:gd name="connsiteX5" fmla="*/ 1029680 w 1029680"/>
                  <a:gd name="connsiteY5" fmla="*/ 1595571 h 1595571"/>
                  <a:gd name="connsiteX6" fmla="*/ 559238 w 1029680"/>
                  <a:gd name="connsiteY6" fmla="*/ 764372 h 1595571"/>
                  <a:gd name="connsiteX7" fmla="*/ 347217 w 1029680"/>
                  <a:gd name="connsiteY7" fmla="*/ 387014 h 1595571"/>
                  <a:gd name="connsiteX0" fmla="*/ 347895 w 1030358"/>
                  <a:gd name="connsiteY0" fmla="*/ 435876 h 1644433"/>
                  <a:gd name="connsiteX1" fmla="*/ 3568 w 1030358"/>
                  <a:gd name="connsiteY1" fmla="*/ 373171 h 1644433"/>
                  <a:gd name="connsiteX2" fmla="*/ 467450 w 1030358"/>
                  <a:gd name="connsiteY2" fmla="*/ 79 h 1644433"/>
                  <a:gd name="connsiteX3" fmla="*/ 943255 w 1030358"/>
                  <a:gd name="connsiteY3" fmla="*/ 365924 h 1644433"/>
                  <a:gd name="connsiteX4" fmla="*/ 1009816 w 1030358"/>
                  <a:gd name="connsiteY4" fmla="*/ 462071 h 1644433"/>
                  <a:gd name="connsiteX5" fmla="*/ 1030358 w 1030358"/>
                  <a:gd name="connsiteY5" fmla="*/ 1644433 h 1644433"/>
                  <a:gd name="connsiteX6" fmla="*/ 559916 w 1030358"/>
                  <a:gd name="connsiteY6" fmla="*/ 813234 h 1644433"/>
                  <a:gd name="connsiteX7" fmla="*/ 347895 w 1030358"/>
                  <a:gd name="connsiteY7" fmla="*/ 435876 h 1644433"/>
                  <a:gd name="connsiteX0" fmla="*/ 347895 w 1030358"/>
                  <a:gd name="connsiteY0" fmla="*/ 436888 h 1645445"/>
                  <a:gd name="connsiteX1" fmla="*/ 3568 w 1030358"/>
                  <a:gd name="connsiteY1" fmla="*/ 374183 h 1645445"/>
                  <a:gd name="connsiteX2" fmla="*/ 467450 w 1030358"/>
                  <a:gd name="connsiteY2" fmla="*/ 1091 h 1645445"/>
                  <a:gd name="connsiteX3" fmla="*/ 943255 w 1030358"/>
                  <a:gd name="connsiteY3" fmla="*/ 366936 h 1645445"/>
                  <a:gd name="connsiteX4" fmla="*/ 1009816 w 1030358"/>
                  <a:gd name="connsiteY4" fmla="*/ 463083 h 1645445"/>
                  <a:gd name="connsiteX5" fmla="*/ 1030358 w 1030358"/>
                  <a:gd name="connsiteY5" fmla="*/ 1645445 h 1645445"/>
                  <a:gd name="connsiteX6" fmla="*/ 559916 w 1030358"/>
                  <a:gd name="connsiteY6" fmla="*/ 814246 h 1645445"/>
                  <a:gd name="connsiteX7" fmla="*/ 347895 w 1030358"/>
                  <a:gd name="connsiteY7" fmla="*/ 436888 h 1645445"/>
                  <a:gd name="connsiteX0" fmla="*/ 344385 w 1026848"/>
                  <a:gd name="connsiteY0" fmla="*/ 514016 h 1722573"/>
                  <a:gd name="connsiteX1" fmla="*/ 58 w 1026848"/>
                  <a:gd name="connsiteY1" fmla="*/ 451311 h 1722573"/>
                  <a:gd name="connsiteX2" fmla="*/ 166107 w 1026848"/>
                  <a:gd name="connsiteY2" fmla="*/ 26845 h 1722573"/>
                  <a:gd name="connsiteX3" fmla="*/ 463940 w 1026848"/>
                  <a:gd name="connsiteY3" fmla="*/ 78219 h 1722573"/>
                  <a:gd name="connsiteX4" fmla="*/ 939745 w 1026848"/>
                  <a:gd name="connsiteY4" fmla="*/ 444064 h 1722573"/>
                  <a:gd name="connsiteX5" fmla="*/ 1006306 w 1026848"/>
                  <a:gd name="connsiteY5" fmla="*/ 540211 h 1722573"/>
                  <a:gd name="connsiteX6" fmla="*/ 1026848 w 1026848"/>
                  <a:gd name="connsiteY6" fmla="*/ 1722573 h 1722573"/>
                  <a:gd name="connsiteX7" fmla="*/ 556406 w 1026848"/>
                  <a:gd name="connsiteY7" fmla="*/ 891374 h 1722573"/>
                  <a:gd name="connsiteX8" fmla="*/ 344385 w 1026848"/>
                  <a:gd name="connsiteY8" fmla="*/ 514016 h 1722573"/>
                  <a:gd name="connsiteX0" fmla="*/ 344385 w 1026848"/>
                  <a:gd name="connsiteY0" fmla="*/ 514016 h 1722573"/>
                  <a:gd name="connsiteX1" fmla="*/ 58 w 1026848"/>
                  <a:gd name="connsiteY1" fmla="*/ 451311 h 1722573"/>
                  <a:gd name="connsiteX2" fmla="*/ 166107 w 1026848"/>
                  <a:gd name="connsiteY2" fmla="*/ 26845 h 1722573"/>
                  <a:gd name="connsiteX3" fmla="*/ 463940 w 1026848"/>
                  <a:gd name="connsiteY3" fmla="*/ 78219 h 1722573"/>
                  <a:gd name="connsiteX4" fmla="*/ 939745 w 1026848"/>
                  <a:gd name="connsiteY4" fmla="*/ 444064 h 1722573"/>
                  <a:gd name="connsiteX5" fmla="*/ 1006306 w 1026848"/>
                  <a:gd name="connsiteY5" fmla="*/ 540211 h 1722573"/>
                  <a:gd name="connsiteX6" fmla="*/ 1026848 w 1026848"/>
                  <a:gd name="connsiteY6" fmla="*/ 1722573 h 1722573"/>
                  <a:gd name="connsiteX7" fmla="*/ 556406 w 1026848"/>
                  <a:gd name="connsiteY7" fmla="*/ 891374 h 1722573"/>
                  <a:gd name="connsiteX8" fmla="*/ 344385 w 1026848"/>
                  <a:gd name="connsiteY8" fmla="*/ 514016 h 1722573"/>
                  <a:gd name="connsiteX0" fmla="*/ 344385 w 1026848"/>
                  <a:gd name="connsiteY0" fmla="*/ 514082 h 1722639"/>
                  <a:gd name="connsiteX1" fmla="*/ 58 w 1026848"/>
                  <a:gd name="connsiteY1" fmla="*/ 451377 h 1722639"/>
                  <a:gd name="connsiteX2" fmla="*/ 166107 w 1026848"/>
                  <a:gd name="connsiteY2" fmla="*/ 26911 h 1722639"/>
                  <a:gd name="connsiteX3" fmla="*/ 463940 w 1026848"/>
                  <a:gd name="connsiteY3" fmla="*/ 78285 h 1722639"/>
                  <a:gd name="connsiteX4" fmla="*/ 939745 w 1026848"/>
                  <a:gd name="connsiteY4" fmla="*/ 444130 h 1722639"/>
                  <a:gd name="connsiteX5" fmla="*/ 1006306 w 1026848"/>
                  <a:gd name="connsiteY5" fmla="*/ 540277 h 1722639"/>
                  <a:gd name="connsiteX6" fmla="*/ 1026848 w 1026848"/>
                  <a:gd name="connsiteY6" fmla="*/ 1722639 h 1722639"/>
                  <a:gd name="connsiteX7" fmla="*/ 556406 w 1026848"/>
                  <a:gd name="connsiteY7" fmla="*/ 891440 h 1722639"/>
                  <a:gd name="connsiteX8" fmla="*/ 344385 w 1026848"/>
                  <a:gd name="connsiteY8" fmla="*/ 514082 h 1722639"/>
                  <a:gd name="connsiteX0" fmla="*/ 344385 w 1026848"/>
                  <a:gd name="connsiteY0" fmla="*/ 510138 h 1718695"/>
                  <a:gd name="connsiteX1" fmla="*/ 58 w 1026848"/>
                  <a:gd name="connsiteY1" fmla="*/ 447433 h 1718695"/>
                  <a:gd name="connsiteX2" fmla="*/ 166107 w 1026848"/>
                  <a:gd name="connsiteY2" fmla="*/ 22967 h 1718695"/>
                  <a:gd name="connsiteX3" fmla="*/ 519962 w 1026848"/>
                  <a:gd name="connsiteY3" fmla="*/ 94476 h 1718695"/>
                  <a:gd name="connsiteX4" fmla="*/ 939745 w 1026848"/>
                  <a:gd name="connsiteY4" fmla="*/ 440186 h 1718695"/>
                  <a:gd name="connsiteX5" fmla="*/ 1006306 w 1026848"/>
                  <a:gd name="connsiteY5" fmla="*/ 536333 h 1718695"/>
                  <a:gd name="connsiteX6" fmla="*/ 1026848 w 1026848"/>
                  <a:gd name="connsiteY6" fmla="*/ 1718695 h 1718695"/>
                  <a:gd name="connsiteX7" fmla="*/ 556406 w 1026848"/>
                  <a:gd name="connsiteY7" fmla="*/ 887496 h 1718695"/>
                  <a:gd name="connsiteX8" fmla="*/ 344385 w 1026848"/>
                  <a:gd name="connsiteY8" fmla="*/ 510138 h 1718695"/>
                  <a:gd name="connsiteX0" fmla="*/ 344385 w 1026848"/>
                  <a:gd name="connsiteY0" fmla="*/ 510138 h 1718695"/>
                  <a:gd name="connsiteX1" fmla="*/ 58 w 1026848"/>
                  <a:gd name="connsiteY1" fmla="*/ 447433 h 1718695"/>
                  <a:gd name="connsiteX2" fmla="*/ 166107 w 1026848"/>
                  <a:gd name="connsiteY2" fmla="*/ 22967 h 1718695"/>
                  <a:gd name="connsiteX3" fmla="*/ 519963 w 1026848"/>
                  <a:gd name="connsiteY3" fmla="*/ 94476 h 1718695"/>
                  <a:gd name="connsiteX4" fmla="*/ 939745 w 1026848"/>
                  <a:gd name="connsiteY4" fmla="*/ 440186 h 1718695"/>
                  <a:gd name="connsiteX5" fmla="*/ 1006306 w 1026848"/>
                  <a:gd name="connsiteY5" fmla="*/ 536333 h 1718695"/>
                  <a:gd name="connsiteX6" fmla="*/ 1026848 w 1026848"/>
                  <a:gd name="connsiteY6" fmla="*/ 1718695 h 1718695"/>
                  <a:gd name="connsiteX7" fmla="*/ 556406 w 1026848"/>
                  <a:gd name="connsiteY7" fmla="*/ 887496 h 1718695"/>
                  <a:gd name="connsiteX8" fmla="*/ 344385 w 1026848"/>
                  <a:gd name="connsiteY8" fmla="*/ 510138 h 1718695"/>
                  <a:gd name="connsiteX0" fmla="*/ 344385 w 1026848"/>
                  <a:gd name="connsiteY0" fmla="*/ 512276 h 1720833"/>
                  <a:gd name="connsiteX1" fmla="*/ 58 w 1026848"/>
                  <a:gd name="connsiteY1" fmla="*/ 449571 h 1720833"/>
                  <a:gd name="connsiteX2" fmla="*/ 166107 w 1026848"/>
                  <a:gd name="connsiteY2" fmla="*/ 25105 h 1720833"/>
                  <a:gd name="connsiteX3" fmla="*/ 519963 w 1026848"/>
                  <a:gd name="connsiteY3" fmla="*/ 96614 h 1720833"/>
                  <a:gd name="connsiteX4" fmla="*/ 925494 w 1026848"/>
                  <a:gd name="connsiteY4" fmla="*/ 439732 h 1720833"/>
                  <a:gd name="connsiteX5" fmla="*/ 1006306 w 1026848"/>
                  <a:gd name="connsiteY5" fmla="*/ 538471 h 1720833"/>
                  <a:gd name="connsiteX6" fmla="*/ 1026848 w 1026848"/>
                  <a:gd name="connsiteY6" fmla="*/ 1720833 h 1720833"/>
                  <a:gd name="connsiteX7" fmla="*/ 556406 w 1026848"/>
                  <a:gd name="connsiteY7" fmla="*/ 889634 h 1720833"/>
                  <a:gd name="connsiteX8" fmla="*/ 344385 w 1026848"/>
                  <a:gd name="connsiteY8" fmla="*/ 512276 h 1720833"/>
                  <a:gd name="connsiteX0" fmla="*/ 344385 w 1026848"/>
                  <a:gd name="connsiteY0" fmla="*/ 512276 h 1720833"/>
                  <a:gd name="connsiteX1" fmla="*/ 58 w 1026848"/>
                  <a:gd name="connsiteY1" fmla="*/ 449571 h 1720833"/>
                  <a:gd name="connsiteX2" fmla="*/ 166107 w 1026848"/>
                  <a:gd name="connsiteY2" fmla="*/ 25105 h 1720833"/>
                  <a:gd name="connsiteX3" fmla="*/ 519963 w 1026848"/>
                  <a:gd name="connsiteY3" fmla="*/ 96614 h 1720833"/>
                  <a:gd name="connsiteX4" fmla="*/ 925494 w 1026848"/>
                  <a:gd name="connsiteY4" fmla="*/ 439732 h 1720833"/>
                  <a:gd name="connsiteX5" fmla="*/ 1006306 w 1026848"/>
                  <a:gd name="connsiteY5" fmla="*/ 538471 h 1720833"/>
                  <a:gd name="connsiteX6" fmla="*/ 1026848 w 1026848"/>
                  <a:gd name="connsiteY6" fmla="*/ 1720833 h 1720833"/>
                  <a:gd name="connsiteX7" fmla="*/ 556406 w 1026848"/>
                  <a:gd name="connsiteY7" fmla="*/ 889634 h 1720833"/>
                  <a:gd name="connsiteX8" fmla="*/ 344385 w 1026848"/>
                  <a:gd name="connsiteY8" fmla="*/ 512276 h 1720833"/>
                  <a:gd name="connsiteX0" fmla="*/ 344385 w 1026848"/>
                  <a:gd name="connsiteY0" fmla="*/ 512276 h 1720833"/>
                  <a:gd name="connsiteX1" fmla="*/ 58 w 1026848"/>
                  <a:gd name="connsiteY1" fmla="*/ 449571 h 1720833"/>
                  <a:gd name="connsiteX2" fmla="*/ 166107 w 1026848"/>
                  <a:gd name="connsiteY2" fmla="*/ 25105 h 1720833"/>
                  <a:gd name="connsiteX3" fmla="*/ 519963 w 1026848"/>
                  <a:gd name="connsiteY3" fmla="*/ 96614 h 1720833"/>
                  <a:gd name="connsiteX4" fmla="*/ 925494 w 1026848"/>
                  <a:gd name="connsiteY4" fmla="*/ 439732 h 1720833"/>
                  <a:gd name="connsiteX5" fmla="*/ 1006306 w 1026848"/>
                  <a:gd name="connsiteY5" fmla="*/ 538471 h 1720833"/>
                  <a:gd name="connsiteX6" fmla="*/ 1026848 w 1026848"/>
                  <a:gd name="connsiteY6" fmla="*/ 1720833 h 1720833"/>
                  <a:gd name="connsiteX7" fmla="*/ 556406 w 1026848"/>
                  <a:gd name="connsiteY7" fmla="*/ 889634 h 1720833"/>
                  <a:gd name="connsiteX8" fmla="*/ 344385 w 1026848"/>
                  <a:gd name="connsiteY8" fmla="*/ 512276 h 1720833"/>
                  <a:gd name="connsiteX0" fmla="*/ 344385 w 1026848"/>
                  <a:gd name="connsiteY0" fmla="*/ 512276 h 1720833"/>
                  <a:gd name="connsiteX1" fmla="*/ 58 w 1026848"/>
                  <a:gd name="connsiteY1" fmla="*/ 449571 h 1720833"/>
                  <a:gd name="connsiteX2" fmla="*/ 166107 w 1026848"/>
                  <a:gd name="connsiteY2" fmla="*/ 25105 h 1720833"/>
                  <a:gd name="connsiteX3" fmla="*/ 519963 w 1026848"/>
                  <a:gd name="connsiteY3" fmla="*/ 96614 h 1720833"/>
                  <a:gd name="connsiteX4" fmla="*/ 925494 w 1026848"/>
                  <a:gd name="connsiteY4" fmla="*/ 439732 h 1720833"/>
                  <a:gd name="connsiteX5" fmla="*/ 1006306 w 1026848"/>
                  <a:gd name="connsiteY5" fmla="*/ 538471 h 1720833"/>
                  <a:gd name="connsiteX6" fmla="*/ 1026848 w 1026848"/>
                  <a:gd name="connsiteY6" fmla="*/ 1720833 h 1720833"/>
                  <a:gd name="connsiteX7" fmla="*/ 556406 w 1026848"/>
                  <a:gd name="connsiteY7" fmla="*/ 889634 h 1720833"/>
                  <a:gd name="connsiteX8" fmla="*/ 344385 w 1026848"/>
                  <a:gd name="connsiteY8" fmla="*/ 512276 h 1720833"/>
                  <a:gd name="connsiteX0" fmla="*/ 344385 w 1026848"/>
                  <a:gd name="connsiteY0" fmla="*/ 512276 h 1720833"/>
                  <a:gd name="connsiteX1" fmla="*/ 58 w 1026848"/>
                  <a:gd name="connsiteY1" fmla="*/ 449571 h 1720833"/>
                  <a:gd name="connsiteX2" fmla="*/ 166107 w 1026848"/>
                  <a:gd name="connsiteY2" fmla="*/ 25105 h 1720833"/>
                  <a:gd name="connsiteX3" fmla="*/ 519963 w 1026848"/>
                  <a:gd name="connsiteY3" fmla="*/ 96614 h 1720833"/>
                  <a:gd name="connsiteX4" fmla="*/ 925494 w 1026848"/>
                  <a:gd name="connsiteY4" fmla="*/ 439732 h 1720833"/>
                  <a:gd name="connsiteX5" fmla="*/ 1006306 w 1026848"/>
                  <a:gd name="connsiteY5" fmla="*/ 538471 h 1720833"/>
                  <a:gd name="connsiteX6" fmla="*/ 1026848 w 1026848"/>
                  <a:gd name="connsiteY6" fmla="*/ 1720833 h 1720833"/>
                  <a:gd name="connsiteX7" fmla="*/ 556406 w 1026848"/>
                  <a:gd name="connsiteY7" fmla="*/ 889634 h 1720833"/>
                  <a:gd name="connsiteX8" fmla="*/ 344385 w 1026848"/>
                  <a:gd name="connsiteY8" fmla="*/ 512276 h 1720833"/>
                  <a:gd name="connsiteX0" fmla="*/ 344385 w 1026848"/>
                  <a:gd name="connsiteY0" fmla="*/ 512276 h 1720833"/>
                  <a:gd name="connsiteX1" fmla="*/ 58 w 1026848"/>
                  <a:gd name="connsiteY1" fmla="*/ 449571 h 1720833"/>
                  <a:gd name="connsiteX2" fmla="*/ 166107 w 1026848"/>
                  <a:gd name="connsiteY2" fmla="*/ 25105 h 1720833"/>
                  <a:gd name="connsiteX3" fmla="*/ 519963 w 1026848"/>
                  <a:gd name="connsiteY3" fmla="*/ 96614 h 1720833"/>
                  <a:gd name="connsiteX4" fmla="*/ 925494 w 1026848"/>
                  <a:gd name="connsiteY4" fmla="*/ 439732 h 1720833"/>
                  <a:gd name="connsiteX5" fmla="*/ 1006306 w 1026848"/>
                  <a:gd name="connsiteY5" fmla="*/ 538471 h 1720833"/>
                  <a:gd name="connsiteX6" fmla="*/ 1026848 w 1026848"/>
                  <a:gd name="connsiteY6" fmla="*/ 1720833 h 1720833"/>
                  <a:gd name="connsiteX7" fmla="*/ 556406 w 1026848"/>
                  <a:gd name="connsiteY7" fmla="*/ 889634 h 1720833"/>
                  <a:gd name="connsiteX8" fmla="*/ 344385 w 1026848"/>
                  <a:gd name="connsiteY8" fmla="*/ 512276 h 1720833"/>
                  <a:gd name="connsiteX0" fmla="*/ 815926 w 1498389"/>
                  <a:gd name="connsiteY0" fmla="*/ 490876 h 1699433"/>
                  <a:gd name="connsiteX1" fmla="*/ 471599 w 1498389"/>
                  <a:gd name="connsiteY1" fmla="*/ 428171 h 1699433"/>
                  <a:gd name="connsiteX2" fmla="*/ 1213 w 1498389"/>
                  <a:gd name="connsiteY2" fmla="*/ 422744 h 1699433"/>
                  <a:gd name="connsiteX3" fmla="*/ 637648 w 1498389"/>
                  <a:gd name="connsiteY3" fmla="*/ 3705 h 1699433"/>
                  <a:gd name="connsiteX4" fmla="*/ 991504 w 1498389"/>
                  <a:gd name="connsiteY4" fmla="*/ 75214 h 1699433"/>
                  <a:gd name="connsiteX5" fmla="*/ 1397035 w 1498389"/>
                  <a:gd name="connsiteY5" fmla="*/ 418332 h 1699433"/>
                  <a:gd name="connsiteX6" fmla="*/ 1477847 w 1498389"/>
                  <a:gd name="connsiteY6" fmla="*/ 517071 h 1699433"/>
                  <a:gd name="connsiteX7" fmla="*/ 1498389 w 1498389"/>
                  <a:gd name="connsiteY7" fmla="*/ 1699433 h 1699433"/>
                  <a:gd name="connsiteX8" fmla="*/ 1027947 w 1498389"/>
                  <a:gd name="connsiteY8" fmla="*/ 868234 h 1699433"/>
                  <a:gd name="connsiteX9" fmla="*/ 815926 w 1498389"/>
                  <a:gd name="connsiteY9" fmla="*/ 490876 h 1699433"/>
                  <a:gd name="connsiteX0" fmla="*/ 815926 w 1498389"/>
                  <a:gd name="connsiteY0" fmla="*/ 490876 h 1699433"/>
                  <a:gd name="connsiteX1" fmla="*/ 471599 w 1498389"/>
                  <a:gd name="connsiteY1" fmla="*/ 428171 h 1699433"/>
                  <a:gd name="connsiteX2" fmla="*/ 1213 w 1498389"/>
                  <a:gd name="connsiteY2" fmla="*/ 422744 h 1699433"/>
                  <a:gd name="connsiteX3" fmla="*/ 637648 w 1498389"/>
                  <a:gd name="connsiteY3" fmla="*/ 3705 h 1699433"/>
                  <a:gd name="connsiteX4" fmla="*/ 991504 w 1498389"/>
                  <a:gd name="connsiteY4" fmla="*/ 75214 h 1699433"/>
                  <a:gd name="connsiteX5" fmla="*/ 1397035 w 1498389"/>
                  <a:gd name="connsiteY5" fmla="*/ 418332 h 1699433"/>
                  <a:gd name="connsiteX6" fmla="*/ 1477847 w 1498389"/>
                  <a:gd name="connsiteY6" fmla="*/ 517071 h 1699433"/>
                  <a:gd name="connsiteX7" fmla="*/ 1498389 w 1498389"/>
                  <a:gd name="connsiteY7" fmla="*/ 1699433 h 1699433"/>
                  <a:gd name="connsiteX8" fmla="*/ 1027947 w 1498389"/>
                  <a:gd name="connsiteY8" fmla="*/ 868234 h 1699433"/>
                  <a:gd name="connsiteX9" fmla="*/ 815926 w 1498389"/>
                  <a:gd name="connsiteY9" fmla="*/ 490876 h 1699433"/>
                  <a:gd name="connsiteX0" fmla="*/ 815926 w 1498389"/>
                  <a:gd name="connsiteY0" fmla="*/ 490876 h 1699433"/>
                  <a:gd name="connsiteX1" fmla="*/ 471599 w 1498389"/>
                  <a:gd name="connsiteY1" fmla="*/ 428171 h 1699433"/>
                  <a:gd name="connsiteX2" fmla="*/ 1213 w 1498389"/>
                  <a:gd name="connsiteY2" fmla="*/ 422744 h 1699433"/>
                  <a:gd name="connsiteX3" fmla="*/ 637648 w 1498389"/>
                  <a:gd name="connsiteY3" fmla="*/ 3705 h 1699433"/>
                  <a:gd name="connsiteX4" fmla="*/ 991504 w 1498389"/>
                  <a:gd name="connsiteY4" fmla="*/ 75214 h 1699433"/>
                  <a:gd name="connsiteX5" fmla="*/ 1397035 w 1498389"/>
                  <a:gd name="connsiteY5" fmla="*/ 418332 h 1699433"/>
                  <a:gd name="connsiteX6" fmla="*/ 1477847 w 1498389"/>
                  <a:gd name="connsiteY6" fmla="*/ 517071 h 1699433"/>
                  <a:gd name="connsiteX7" fmla="*/ 1498389 w 1498389"/>
                  <a:gd name="connsiteY7" fmla="*/ 1699433 h 1699433"/>
                  <a:gd name="connsiteX8" fmla="*/ 1027947 w 1498389"/>
                  <a:gd name="connsiteY8" fmla="*/ 868234 h 1699433"/>
                  <a:gd name="connsiteX9" fmla="*/ 815926 w 1498389"/>
                  <a:gd name="connsiteY9" fmla="*/ 490876 h 1699433"/>
                  <a:gd name="connsiteX0" fmla="*/ 815926 w 1498389"/>
                  <a:gd name="connsiteY0" fmla="*/ 500869 h 1709426"/>
                  <a:gd name="connsiteX1" fmla="*/ 471599 w 1498389"/>
                  <a:gd name="connsiteY1" fmla="*/ 438164 h 1709426"/>
                  <a:gd name="connsiteX2" fmla="*/ 1213 w 1498389"/>
                  <a:gd name="connsiteY2" fmla="*/ 432737 h 1709426"/>
                  <a:gd name="connsiteX3" fmla="*/ 637648 w 1498389"/>
                  <a:gd name="connsiteY3" fmla="*/ 13698 h 1709426"/>
                  <a:gd name="connsiteX4" fmla="*/ 991504 w 1498389"/>
                  <a:gd name="connsiteY4" fmla="*/ 85207 h 1709426"/>
                  <a:gd name="connsiteX5" fmla="*/ 1397035 w 1498389"/>
                  <a:gd name="connsiteY5" fmla="*/ 428325 h 1709426"/>
                  <a:gd name="connsiteX6" fmla="*/ 1477847 w 1498389"/>
                  <a:gd name="connsiteY6" fmla="*/ 527064 h 1709426"/>
                  <a:gd name="connsiteX7" fmla="*/ 1498389 w 1498389"/>
                  <a:gd name="connsiteY7" fmla="*/ 1709426 h 1709426"/>
                  <a:gd name="connsiteX8" fmla="*/ 1027947 w 1498389"/>
                  <a:gd name="connsiteY8" fmla="*/ 878227 h 1709426"/>
                  <a:gd name="connsiteX9" fmla="*/ 815926 w 1498389"/>
                  <a:gd name="connsiteY9" fmla="*/ 500869 h 1709426"/>
                  <a:gd name="connsiteX0" fmla="*/ 815926 w 1498389"/>
                  <a:gd name="connsiteY0" fmla="*/ 502567 h 1711124"/>
                  <a:gd name="connsiteX1" fmla="*/ 471599 w 1498389"/>
                  <a:gd name="connsiteY1" fmla="*/ 439862 h 1711124"/>
                  <a:gd name="connsiteX2" fmla="*/ 1213 w 1498389"/>
                  <a:gd name="connsiteY2" fmla="*/ 434435 h 1711124"/>
                  <a:gd name="connsiteX3" fmla="*/ 637648 w 1498389"/>
                  <a:gd name="connsiteY3" fmla="*/ 15396 h 1711124"/>
                  <a:gd name="connsiteX4" fmla="*/ 991504 w 1498389"/>
                  <a:gd name="connsiteY4" fmla="*/ 86905 h 1711124"/>
                  <a:gd name="connsiteX5" fmla="*/ 1397035 w 1498389"/>
                  <a:gd name="connsiteY5" fmla="*/ 430023 h 1711124"/>
                  <a:gd name="connsiteX6" fmla="*/ 1477847 w 1498389"/>
                  <a:gd name="connsiteY6" fmla="*/ 528762 h 1711124"/>
                  <a:gd name="connsiteX7" fmla="*/ 1498389 w 1498389"/>
                  <a:gd name="connsiteY7" fmla="*/ 1711124 h 1711124"/>
                  <a:gd name="connsiteX8" fmla="*/ 1027947 w 1498389"/>
                  <a:gd name="connsiteY8" fmla="*/ 879925 h 1711124"/>
                  <a:gd name="connsiteX9" fmla="*/ 815926 w 1498389"/>
                  <a:gd name="connsiteY9" fmla="*/ 502567 h 1711124"/>
                  <a:gd name="connsiteX0" fmla="*/ 815926 w 1498389"/>
                  <a:gd name="connsiteY0" fmla="*/ 502710 h 1711267"/>
                  <a:gd name="connsiteX1" fmla="*/ 471599 w 1498389"/>
                  <a:gd name="connsiteY1" fmla="*/ 440005 h 1711267"/>
                  <a:gd name="connsiteX2" fmla="*/ 1213 w 1498389"/>
                  <a:gd name="connsiteY2" fmla="*/ 434578 h 1711267"/>
                  <a:gd name="connsiteX3" fmla="*/ 637648 w 1498389"/>
                  <a:gd name="connsiteY3" fmla="*/ 15539 h 1711267"/>
                  <a:gd name="connsiteX4" fmla="*/ 991504 w 1498389"/>
                  <a:gd name="connsiteY4" fmla="*/ 87048 h 1711267"/>
                  <a:gd name="connsiteX5" fmla="*/ 1397035 w 1498389"/>
                  <a:gd name="connsiteY5" fmla="*/ 430166 h 1711267"/>
                  <a:gd name="connsiteX6" fmla="*/ 1477847 w 1498389"/>
                  <a:gd name="connsiteY6" fmla="*/ 528905 h 1711267"/>
                  <a:gd name="connsiteX7" fmla="*/ 1498389 w 1498389"/>
                  <a:gd name="connsiteY7" fmla="*/ 1711267 h 1711267"/>
                  <a:gd name="connsiteX8" fmla="*/ 1027947 w 1498389"/>
                  <a:gd name="connsiteY8" fmla="*/ 880068 h 1711267"/>
                  <a:gd name="connsiteX9" fmla="*/ 815926 w 1498389"/>
                  <a:gd name="connsiteY9" fmla="*/ 502710 h 1711267"/>
                  <a:gd name="connsiteX0" fmla="*/ 815926 w 1498389"/>
                  <a:gd name="connsiteY0" fmla="*/ 505403 h 1713960"/>
                  <a:gd name="connsiteX1" fmla="*/ 471599 w 1498389"/>
                  <a:gd name="connsiteY1" fmla="*/ 442698 h 1713960"/>
                  <a:gd name="connsiteX2" fmla="*/ 1213 w 1498389"/>
                  <a:gd name="connsiteY2" fmla="*/ 437271 h 1713960"/>
                  <a:gd name="connsiteX3" fmla="*/ 637648 w 1498389"/>
                  <a:gd name="connsiteY3" fmla="*/ 18232 h 1713960"/>
                  <a:gd name="connsiteX4" fmla="*/ 991504 w 1498389"/>
                  <a:gd name="connsiteY4" fmla="*/ 89741 h 1713960"/>
                  <a:gd name="connsiteX5" fmla="*/ 1397035 w 1498389"/>
                  <a:gd name="connsiteY5" fmla="*/ 432859 h 1713960"/>
                  <a:gd name="connsiteX6" fmla="*/ 1477847 w 1498389"/>
                  <a:gd name="connsiteY6" fmla="*/ 531598 h 1713960"/>
                  <a:gd name="connsiteX7" fmla="*/ 1498389 w 1498389"/>
                  <a:gd name="connsiteY7" fmla="*/ 1713960 h 1713960"/>
                  <a:gd name="connsiteX8" fmla="*/ 1027947 w 1498389"/>
                  <a:gd name="connsiteY8" fmla="*/ 882761 h 1713960"/>
                  <a:gd name="connsiteX9" fmla="*/ 815926 w 1498389"/>
                  <a:gd name="connsiteY9" fmla="*/ 505403 h 1713960"/>
                  <a:gd name="connsiteX0" fmla="*/ 828203 w 1510666"/>
                  <a:gd name="connsiteY0" fmla="*/ 505403 h 1713960"/>
                  <a:gd name="connsiteX1" fmla="*/ 483876 w 1510666"/>
                  <a:gd name="connsiteY1" fmla="*/ 442698 h 1713960"/>
                  <a:gd name="connsiteX2" fmla="*/ 228267 w 1510666"/>
                  <a:gd name="connsiteY2" fmla="*/ 529645 h 1713960"/>
                  <a:gd name="connsiteX3" fmla="*/ 13490 w 1510666"/>
                  <a:gd name="connsiteY3" fmla="*/ 437271 h 1713960"/>
                  <a:gd name="connsiteX4" fmla="*/ 649925 w 1510666"/>
                  <a:gd name="connsiteY4" fmla="*/ 18232 h 1713960"/>
                  <a:gd name="connsiteX5" fmla="*/ 1003781 w 1510666"/>
                  <a:gd name="connsiteY5" fmla="*/ 89741 h 1713960"/>
                  <a:gd name="connsiteX6" fmla="*/ 1409312 w 1510666"/>
                  <a:gd name="connsiteY6" fmla="*/ 432859 h 1713960"/>
                  <a:gd name="connsiteX7" fmla="*/ 1490124 w 1510666"/>
                  <a:gd name="connsiteY7" fmla="*/ 531598 h 1713960"/>
                  <a:gd name="connsiteX8" fmla="*/ 1510666 w 1510666"/>
                  <a:gd name="connsiteY8" fmla="*/ 1713960 h 1713960"/>
                  <a:gd name="connsiteX9" fmla="*/ 1040224 w 1510666"/>
                  <a:gd name="connsiteY9" fmla="*/ 882761 h 1713960"/>
                  <a:gd name="connsiteX10" fmla="*/ 828203 w 1510666"/>
                  <a:gd name="connsiteY10" fmla="*/ 505403 h 1713960"/>
                  <a:gd name="connsiteX0" fmla="*/ 814812 w 1497275"/>
                  <a:gd name="connsiteY0" fmla="*/ 505403 h 1713960"/>
                  <a:gd name="connsiteX1" fmla="*/ 470485 w 1497275"/>
                  <a:gd name="connsiteY1" fmla="*/ 442698 h 1713960"/>
                  <a:gd name="connsiteX2" fmla="*/ 214876 w 1497275"/>
                  <a:gd name="connsiteY2" fmla="*/ 529645 h 1713960"/>
                  <a:gd name="connsiteX3" fmla="*/ 99 w 1497275"/>
                  <a:gd name="connsiteY3" fmla="*/ 437271 h 1713960"/>
                  <a:gd name="connsiteX4" fmla="*/ 636534 w 1497275"/>
                  <a:gd name="connsiteY4" fmla="*/ 18232 h 1713960"/>
                  <a:gd name="connsiteX5" fmla="*/ 990390 w 1497275"/>
                  <a:gd name="connsiteY5" fmla="*/ 89741 h 1713960"/>
                  <a:gd name="connsiteX6" fmla="*/ 1395921 w 1497275"/>
                  <a:gd name="connsiteY6" fmla="*/ 432859 h 1713960"/>
                  <a:gd name="connsiteX7" fmla="*/ 1476733 w 1497275"/>
                  <a:gd name="connsiteY7" fmla="*/ 531598 h 1713960"/>
                  <a:gd name="connsiteX8" fmla="*/ 1497275 w 1497275"/>
                  <a:gd name="connsiteY8" fmla="*/ 1713960 h 1713960"/>
                  <a:gd name="connsiteX9" fmla="*/ 1026833 w 1497275"/>
                  <a:gd name="connsiteY9" fmla="*/ 882761 h 1713960"/>
                  <a:gd name="connsiteX10" fmla="*/ 814812 w 1497275"/>
                  <a:gd name="connsiteY10" fmla="*/ 505403 h 1713960"/>
                  <a:gd name="connsiteX0" fmla="*/ 815357 w 1497820"/>
                  <a:gd name="connsiteY0" fmla="*/ 505403 h 1713960"/>
                  <a:gd name="connsiteX1" fmla="*/ 471030 w 1497820"/>
                  <a:gd name="connsiteY1" fmla="*/ 442698 h 1713960"/>
                  <a:gd name="connsiteX2" fmla="*/ 215421 w 1497820"/>
                  <a:gd name="connsiteY2" fmla="*/ 529645 h 1713960"/>
                  <a:gd name="connsiteX3" fmla="*/ 644 w 1497820"/>
                  <a:gd name="connsiteY3" fmla="*/ 437271 h 1713960"/>
                  <a:gd name="connsiteX4" fmla="*/ 637079 w 1497820"/>
                  <a:gd name="connsiteY4" fmla="*/ 18232 h 1713960"/>
                  <a:gd name="connsiteX5" fmla="*/ 990935 w 1497820"/>
                  <a:gd name="connsiteY5" fmla="*/ 89741 h 1713960"/>
                  <a:gd name="connsiteX6" fmla="*/ 1396466 w 1497820"/>
                  <a:gd name="connsiteY6" fmla="*/ 432859 h 1713960"/>
                  <a:gd name="connsiteX7" fmla="*/ 1477278 w 1497820"/>
                  <a:gd name="connsiteY7" fmla="*/ 531598 h 1713960"/>
                  <a:gd name="connsiteX8" fmla="*/ 1497820 w 1497820"/>
                  <a:gd name="connsiteY8" fmla="*/ 1713960 h 1713960"/>
                  <a:gd name="connsiteX9" fmla="*/ 1027378 w 1497820"/>
                  <a:gd name="connsiteY9" fmla="*/ 882761 h 1713960"/>
                  <a:gd name="connsiteX10" fmla="*/ 815357 w 1497820"/>
                  <a:gd name="connsiteY10" fmla="*/ 505403 h 1713960"/>
                  <a:gd name="connsiteX0" fmla="*/ 814945 w 1497408"/>
                  <a:gd name="connsiteY0" fmla="*/ 505403 h 1713960"/>
                  <a:gd name="connsiteX1" fmla="*/ 470618 w 1497408"/>
                  <a:gd name="connsiteY1" fmla="*/ 442698 h 1713960"/>
                  <a:gd name="connsiteX2" fmla="*/ 215009 w 1497408"/>
                  <a:gd name="connsiteY2" fmla="*/ 529645 h 1713960"/>
                  <a:gd name="connsiteX3" fmla="*/ 232 w 1497408"/>
                  <a:gd name="connsiteY3" fmla="*/ 437271 h 1713960"/>
                  <a:gd name="connsiteX4" fmla="*/ 636667 w 1497408"/>
                  <a:gd name="connsiteY4" fmla="*/ 18232 h 1713960"/>
                  <a:gd name="connsiteX5" fmla="*/ 990523 w 1497408"/>
                  <a:gd name="connsiteY5" fmla="*/ 89741 h 1713960"/>
                  <a:gd name="connsiteX6" fmla="*/ 1396054 w 1497408"/>
                  <a:gd name="connsiteY6" fmla="*/ 432859 h 1713960"/>
                  <a:gd name="connsiteX7" fmla="*/ 1476866 w 1497408"/>
                  <a:gd name="connsiteY7" fmla="*/ 531598 h 1713960"/>
                  <a:gd name="connsiteX8" fmla="*/ 1497408 w 1497408"/>
                  <a:gd name="connsiteY8" fmla="*/ 1713960 h 1713960"/>
                  <a:gd name="connsiteX9" fmla="*/ 1026966 w 1497408"/>
                  <a:gd name="connsiteY9" fmla="*/ 882761 h 1713960"/>
                  <a:gd name="connsiteX10" fmla="*/ 814945 w 1497408"/>
                  <a:gd name="connsiteY10" fmla="*/ 505403 h 1713960"/>
                  <a:gd name="connsiteX0" fmla="*/ 814947 w 1497410"/>
                  <a:gd name="connsiteY0" fmla="*/ 505403 h 1713960"/>
                  <a:gd name="connsiteX1" fmla="*/ 470620 w 1497410"/>
                  <a:gd name="connsiteY1" fmla="*/ 442698 h 1713960"/>
                  <a:gd name="connsiteX2" fmla="*/ 215011 w 1497410"/>
                  <a:gd name="connsiteY2" fmla="*/ 529645 h 1713960"/>
                  <a:gd name="connsiteX3" fmla="*/ 234 w 1497410"/>
                  <a:gd name="connsiteY3" fmla="*/ 437271 h 1713960"/>
                  <a:gd name="connsiteX4" fmla="*/ 636669 w 1497410"/>
                  <a:gd name="connsiteY4" fmla="*/ 18232 h 1713960"/>
                  <a:gd name="connsiteX5" fmla="*/ 990525 w 1497410"/>
                  <a:gd name="connsiteY5" fmla="*/ 89741 h 1713960"/>
                  <a:gd name="connsiteX6" fmla="*/ 1396056 w 1497410"/>
                  <a:gd name="connsiteY6" fmla="*/ 432859 h 1713960"/>
                  <a:gd name="connsiteX7" fmla="*/ 1476868 w 1497410"/>
                  <a:gd name="connsiteY7" fmla="*/ 531598 h 1713960"/>
                  <a:gd name="connsiteX8" fmla="*/ 1497410 w 1497410"/>
                  <a:gd name="connsiteY8" fmla="*/ 1713960 h 1713960"/>
                  <a:gd name="connsiteX9" fmla="*/ 1026968 w 1497410"/>
                  <a:gd name="connsiteY9" fmla="*/ 882761 h 1713960"/>
                  <a:gd name="connsiteX10" fmla="*/ 814947 w 1497410"/>
                  <a:gd name="connsiteY10" fmla="*/ 505403 h 1713960"/>
                  <a:gd name="connsiteX0" fmla="*/ 814919 w 1497382"/>
                  <a:gd name="connsiteY0" fmla="*/ 505403 h 1713960"/>
                  <a:gd name="connsiteX1" fmla="*/ 470592 w 1497382"/>
                  <a:gd name="connsiteY1" fmla="*/ 442698 h 1713960"/>
                  <a:gd name="connsiteX2" fmla="*/ 214983 w 1497382"/>
                  <a:gd name="connsiteY2" fmla="*/ 529645 h 1713960"/>
                  <a:gd name="connsiteX3" fmla="*/ 206 w 1497382"/>
                  <a:gd name="connsiteY3" fmla="*/ 437271 h 1713960"/>
                  <a:gd name="connsiteX4" fmla="*/ 636641 w 1497382"/>
                  <a:gd name="connsiteY4" fmla="*/ 18232 h 1713960"/>
                  <a:gd name="connsiteX5" fmla="*/ 990497 w 1497382"/>
                  <a:gd name="connsiteY5" fmla="*/ 89741 h 1713960"/>
                  <a:gd name="connsiteX6" fmla="*/ 1396028 w 1497382"/>
                  <a:gd name="connsiteY6" fmla="*/ 432859 h 1713960"/>
                  <a:gd name="connsiteX7" fmla="*/ 1476840 w 1497382"/>
                  <a:gd name="connsiteY7" fmla="*/ 531598 h 1713960"/>
                  <a:gd name="connsiteX8" fmla="*/ 1497382 w 1497382"/>
                  <a:gd name="connsiteY8" fmla="*/ 1713960 h 1713960"/>
                  <a:gd name="connsiteX9" fmla="*/ 1026940 w 1497382"/>
                  <a:gd name="connsiteY9" fmla="*/ 882761 h 1713960"/>
                  <a:gd name="connsiteX10" fmla="*/ 814919 w 1497382"/>
                  <a:gd name="connsiteY10" fmla="*/ 505403 h 1713960"/>
                  <a:gd name="connsiteX0" fmla="*/ 814957 w 1497420"/>
                  <a:gd name="connsiteY0" fmla="*/ 505403 h 1713960"/>
                  <a:gd name="connsiteX1" fmla="*/ 470630 w 1497420"/>
                  <a:gd name="connsiteY1" fmla="*/ 442698 h 1713960"/>
                  <a:gd name="connsiteX2" fmla="*/ 215021 w 1497420"/>
                  <a:gd name="connsiteY2" fmla="*/ 529645 h 1713960"/>
                  <a:gd name="connsiteX3" fmla="*/ 244 w 1497420"/>
                  <a:gd name="connsiteY3" fmla="*/ 437271 h 1713960"/>
                  <a:gd name="connsiteX4" fmla="*/ 636679 w 1497420"/>
                  <a:gd name="connsiteY4" fmla="*/ 18232 h 1713960"/>
                  <a:gd name="connsiteX5" fmla="*/ 990535 w 1497420"/>
                  <a:gd name="connsiteY5" fmla="*/ 89741 h 1713960"/>
                  <a:gd name="connsiteX6" fmla="*/ 1396066 w 1497420"/>
                  <a:gd name="connsiteY6" fmla="*/ 432859 h 1713960"/>
                  <a:gd name="connsiteX7" fmla="*/ 1476878 w 1497420"/>
                  <a:gd name="connsiteY7" fmla="*/ 531598 h 1713960"/>
                  <a:gd name="connsiteX8" fmla="*/ 1497420 w 1497420"/>
                  <a:gd name="connsiteY8" fmla="*/ 1713960 h 1713960"/>
                  <a:gd name="connsiteX9" fmla="*/ 1026978 w 1497420"/>
                  <a:gd name="connsiteY9" fmla="*/ 882761 h 1713960"/>
                  <a:gd name="connsiteX10" fmla="*/ 814957 w 1497420"/>
                  <a:gd name="connsiteY10" fmla="*/ 505403 h 1713960"/>
                  <a:gd name="connsiteX0" fmla="*/ 814957 w 1497420"/>
                  <a:gd name="connsiteY0" fmla="*/ 505403 h 1713960"/>
                  <a:gd name="connsiteX1" fmla="*/ 470630 w 1497420"/>
                  <a:gd name="connsiteY1" fmla="*/ 442698 h 1713960"/>
                  <a:gd name="connsiteX2" fmla="*/ 215021 w 1497420"/>
                  <a:gd name="connsiteY2" fmla="*/ 529645 h 1713960"/>
                  <a:gd name="connsiteX3" fmla="*/ 244 w 1497420"/>
                  <a:gd name="connsiteY3" fmla="*/ 437271 h 1713960"/>
                  <a:gd name="connsiteX4" fmla="*/ 636679 w 1497420"/>
                  <a:gd name="connsiteY4" fmla="*/ 18232 h 1713960"/>
                  <a:gd name="connsiteX5" fmla="*/ 990535 w 1497420"/>
                  <a:gd name="connsiteY5" fmla="*/ 89741 h 1713960"/>
                  <a:gd name="connsiteX6" fmla="*/ 1396066 w 1497420"/>
                  <a:gd name="connsiteY6" fmla="*/ 432859 h 1713960"/>
                  <a:gd name="connsiteX7" fmla="*/ 1476878 w 1497420"/>
                  <a:gd name="connsiteY7" fmla="*/ 531598 h 1713960"/>
                  <a:gd name="connsiteX8" fmla="*/ 1497420 w 1497420"/>
                  <a:gd name="connsiteY8" fmla="*/ 1713960 h 1713960"/>
                  <a:gd name="connsiteX9" fmla="*/ 1026978 w 1497420"/>
                  <a:gd name="connsiteY9" fmla="*/ 882761 h 1713960"/>
                  <a:gd name="connsiteX10" fmla="*/ 814957 w 1497420"/>
                  <a:gd name="connsiteY10" fmla="*/ 505403 h 1713960"/>
                  <a:gd name="connsiteX0" fmla="*/ 814957 w 1497420"/>
                  <a:gd name="connsiteY0" fmla="*/ 505403 h 1713960"/>
                  <a:gd name="connsiteX1" fmla="*/ 470630 w 1497420"/>
                  <a:gd name="connsiteY1" fmla="*/ 442698 h 1713960"/>
                  <a:gd name="connsiteX2" fmla="*/ 215021 w 1497420"/>
                  <a:gd name="connsiteY2" fmla="*/ 529645 h 1713960"/>
                  <a:gd name="connsiteX3" fmla="*/ 244 w 1497420"/>
                  <a:gd name="connsiteY3" fmla="*/ 437271 h 1713960"/>
                  <a:gd name="connsiteX4" fmla="*/ 636679 w 1497420"/>
                  <a:gd name="connsiteY4" fmla="*/ 18232 h 1713960"/>
                  <a:gd name="connsiteX5" fmla="*/ 990535 w 1497420"/>
                  <a:gd name="connsiteY5" fmla="*/ 89741 h 1713960"/>
                  <a:gd name="connsiteX6" fmla="*/ 1396066 w 1497420"/>
                  <a:gd name="connsiteY6" fmla="*/ 432859 h 1713960"/>
                  <a:gd name="connsiteX7" fmla="*/ 1476878 w 1497420"/>
                  <a:gd name="connsiteY7" fmla="*/ 531598 h 1713960"/>
                  <a:gd name="connsiteX8" fmla="*/ 1497420 w 1497420"/>
                  <a:gd name="connsiteY8" fmla="*/ 1713960 h 1713960"/>
                  <a:gd name="connsiteX9" fmla="*/ 1026978 w 1497420"/>
                  <a:gd name="connsiteY9" fmla="*/ 882761 h 1713960"/>
                  <a:gd name="connsiteX10" fmla="*/ 814957 w 1497420"/>
                  <a:gd name="connsiteY10" fmla="*/ 505403 h 1713960"/>
                  <a:gd name="connsiteX0" fmla="*/ 814957 w 1497420"/>
                  <a:gd name="connsiteY0" fmla="*/ 505403 h 1713960"/>
                  <a:gd name="connsiteX1" fmla="*/ 470630 w 1497420"/>
                  <a:gd name="connsiteY1" fmla="*/ 442698 h 1713960"/>
                  <a:gd name="connsiteX2" fmla="*/ 215021 w 1497420"/>
                  <a:gd name="connsiteY2" fmla="*/ 529645 h 1713960"/>
                  <a:gd name="connsiteX3" fmla="*/ 244 w 1497420"/>
                  <a:gd name="connsiteY3" fmla="*/ 437271 h 1713960"/>
                  <a:gd name="connsiteX4" fmla="*/ 636679 w 1497420"/>
                  <a:gd name="connsiteY4" fmla="*/ 18232 h 1713960"/>
                  <a:gd name="connsiteX5" fmla="*/ 990535 w 1497420"/>
                  <a:gd name="connsiteY5" fmla="*/ 89741 h 1713960"/>
                  <a:gd name="connsiteX6" fmla="*/ 1396066 w 1497420"/>
                  <a:gd name="connsiteY6" fmla="*/ 432859 h 1713960"/>
                  <a:gd name="connsiteX7" fmla="*/ 1476878 w 1497420"/>
                  <a:gd name="connsiteY7" fmla="*/ 531598 h 1713960"/>
                  <a:gd name="connsiteX8" fmla="*/ 1497420 w 1497420"/>
                  <a:gd name="connsiteY8" fmla="*/ 1713960 h 1713960"/>
                  <a:gd name="connsiteX9" fmla="*/ 1026978 w 1497420"/>
                  <a:gd name="connsiteY9" fmla="*/ 882761 h 1713960"/>
                  <a:gd name="connsiteX10" fmla="*/ 814957 w 1497420"/>
                  <a:gd name="connsiteY10" fmla="*/ 505403 h 1713960"/>
                  <a:gd name="connsiteX0" fmla="*/ 814957 w 1497420"/>
                  <a:gd name="connsiteY0" fmla="*/ 505403 h 1713960"/>
                  <a:gd name="connsiteX1" fmla="*/ 470630 w 1497420"/>
                  <a:gd name="connsiteY1" fmla="*/ 442698 h 1713960"/>
                  <a:gd name="connsiteX2" fmla="*/ 215021 w 1497420"/>
                  <a:gd name="connsiteY2" fmla="*/ 529645 h 1713960"/>
                  <a:gd name="connsiteX3" fmla="*/ 244 w 1497420"/>
                  <a:gd name="connsiteY3" fmla="*/ 437271 h 1713960"/>
                  <a:gd name="connsiteX4" fmla="*/ 636679 w 1497420"/>
                  <a:gd name="connsiteY4" fmla="*/ 18232 h 1713960"/>
                  <a:gd name="connsiteX5" fmla="*/ 990535 w 1497420"/>
                  <a:gd name="connsiteY5" fmla="*/ 89741 h 1713960"/>
                  <a:gd name="connsiteX6" fmla="*/ 1396066 w 1497420"/>
                  <a:gd name="connsiteY6" fmla="*/ 432859 h 1713960"/>
                  <a:gd name="connsiteX7" fmla="*/ 1476878 w 1497420"/>
                  <a:gd name="connsiteY7" fmla="*/ 531598 h 1713960"/>
                  <a:gd name="connsiteX8" fmla="*/ 1497420 w 1497420"/>
                  <a:gd name="connsiteY8" fmla="*/ 1713960 h 1713960"/>
                  <a:gd name="connsiteX9" fmla="*/ 1026978 w 1497420"/>
                  <a:gd name="connsiteY9" fmla="*/ 882761 h 1713960"/>
                  <a:gd name="connsiteX10" fmla="*/ 814957 w 1497420"/>
                  <a:gd name="connsiteY10" fmla="*/ 505403 h 1713960"/>
                  <a:gd name="connsiteX0" fmla="*/ 814957 w 1497420"/>
                  <a:gd name="connsiteY0" fmla="*/ 505403 h 1713960"/>
                  <a:gd name="connsiteX1" fmla="*/ 470630 w 1497420"/>
                  <a:gd name="connsiteY1" fmla="*/ 442698 h 1713960"/>
                  <a:gd name="connsiteX2" fmla="*/ 215021 w 1497420"/>
                  <a:gd name="connsiteY2" fmla="*/ 529645 h 1713960"/>
                  <a:gd name="connsiteX3" fmla="*/ 244 w 1497420"/>
                  <a:gd name="connsiteY3" fmla="*/ 437271 h 1713960"/>
                  <a:gd name="connsiteX4" fmla="*/ 636679 w 1497420"/>
                  <a:gd name="connsiteY4" fmla="*/ 18232 h 1713960"/>
                  <a:gd name="connsiteX5" fmla="*/ 990535 w 1497420"/>
                  <a:gd name="connsiteY5" fmla="*/ 89741 h 1713960"/>
                  <a:gd name="connsiteX6" fmla="*/ 1396066 w 1497420"/>
                  <a:gd name="connsiteY6" fmla="*/ 432859 h 1713960"/>
                  <a:gd name="connsiteX7" fmla="*/ 1476878 w 1497420"/>
                  <a:gd name="connsiteY7" fmla="*/ 531598 h 1713960"/>
                  <a:gd name="connsiteX8" fmla="*/ 1497420 w 1497420"/>
                  <a:gd name="connsiteY8" fmla="*/ 1713960 h 1713960"/>
                  <a:gd name="connsiteX9" fmla="*/ 1026978 w 1497420"/>
                  <a:gd name="connsiteY9" fmla="*/ 882761 h 1713960"/>
                  <a:gd name="connsiteX10" fmla="*/ 814957 w 1497420"/>
                  <a:gd name="connsiteY10" fmla="*/ 505403 h 1713960"/>
                  <a:gd name="connsiteX0" fmla="*/ 814957 w 1497420"/>
                  <a:gd name="connsiteY0" fmla="*/ 505403 h 1713960"/>
                  <a:gd name="connsiteX1" fmla="*/ 470630 w 1497420"/>
                  <a:gd name="connsiteY1" fmla="*/ 442698 h 1713960"/>
                  <a:gd name="connsiteX2" fmla="*/ 215021 w 1497420"/>
                  <a:gd name="connsiteY2" fmla="*/ 529645 h 1713960"/>
                  <a:gd name="connsiteX3" fmla="*/ 244 w 1497420"/>
                  <a:gd name="connsiteY3" fmla="*/ 437271 h 1713960"/>
                  <a:gd name="connsiteX4" fmla="*/ 636679 w 1497420"/>
                  <a:gd name="connsiteY4" fmla="*/ 18232 h 1713960"/>
                  <a:gd name="connsiteX5" fmla="*/ 990535 w 1497420"/>
                  <a:gd name="connsiteY5" fmla="*/ 89741 h 1713960"/>
                  <a:gd name="connsiteX6" fmla="*/ 1396066 w 1497420"/>
                  <a:gd name="connsiteY6" fmla="*/ 432859 h 1713960"/>
                  <a:gd name="connsiteX7" fmla="*/ 1476878 w 1497420"/>
                  <a:gd name="connsiteY7" fmla="*/ 531598 h 1713960"/>
                  <a:gd name="connsiteX8" fmla="*/ 1497420 w 1497420"/>
                  <a:gd name="connsiteY8" fmla="*/ 1713960 h 1713960"/>
                  <a:gd name="connsiteX9" fmla="*/ 1026978 w 1497420"/>
                  <a:gd name="connsiteY9" fmla="*/ 882761 h 1713960"/>
                  <a:gd name="connsiteX10" fmla="*/ 814957 w 1497420"/>
                  <a:gd name="connsiteY10" fmla="*/ 505403 h 1713960"/>
                  <a:gd name="connsiteX0" fmla="*/ 814957 w 1497420"/>
                  <a:gd name="connsiteY0" fmla="*/ 505403 h 1713960"/>
                  <a:gd name="connsiteX1" fmla="*/ 470630 w 1497420"/>
                  <a:gd name="connsiteY1" fmla="*/ 442698 h 1713960"/>
                  <a:gd name="connsiteX2" fmla="*/ 215021 w 1497420"/>
                  <a:gd name="connsiteY2" fmla="*/ 529645 h 1713960"/>
                  <a:gd name="connsiteX3" fmla="*/ 244 w 1497420"/>
                  <a:gd name="connsiteY3" fmla="*/ 437271 h 1713960"/>
                  <a:gd name="connsiteX4" fmla="*/ 636679 w 1497420"/>
                  <a:gd name="connsiteY4" fmla="*/ 18232 h 1713960"/>
                  <a:gd name="connsiteX5" fmla="*/ 990535 w 1497420"/>
                  <a:gd name="connsiteY5" fmla="*/ 89741 h 1713960"/>
                  <a:gd name="connsiteX6" fmla="*/ 1396066 w 1497420"/>
                  <a:gd name="connsiteY6" fmla="*/ 432859 h 1713960"/>
                  <a:gd name="connsiteX7" fmla="*/ 1476878 w 1497420"/>
                  <a:gd name="connsiteY7" fmla="*/ 531598 h 1713960"/>
                  <a:gd name="connsiteX8" fmla="*/ 1497420 w 1497420"/>
                  <a:gd name="connsiteY8" fmla="*/ 1713960 h 1713960"/>
                  <a:gd name="connsiteX9" fmla="*/ 1026978 w 1497420"/>
                  <a:gd name="connsiteY9" fmla="*/ 882761 h 1713960"/>
                  <a:gd name="connsiteX10" fmla="*/ 814957 w 1497420"/>
                  <a:gd name="connsiteY10" fmla="*/ 505403 h 1713960"/>
                  <a:gd name="connsiteX0" fmla="*/ 814957 w 1487197"/>
                  <a:gd name="connsiteY0" fmla="*/ 505403 h 1700164"/>
                  <a:gd name="connsiteX1" fmla="*/ 470630 w 1487197"/>
                  <a:gd name="connsiteY1" fmla="*/ 442698 h 1700164"/>
                  <a:gd name="connsiteX2" fmla="*/ 215021 w 1487197"/>
                  <a:gd name="connsiteY2" fmla="*/ 529645 h 1700164"/>
                  <a:gd name="connsiteX3" fmla="*/ 244 w 1487197"/>
                  <a:gd name="connsiteY3" fmla="*/ 437271 h 1700164"/>
                  <a:gd name="connsiteX4" fmla="*/ 636679 w 1487197"/>
                  <a:gd name="connsiteY4" fmla="*/ 18232 h 1700164"/>
                  <a:gd name="connsiteX5" fmla="*/ 990535 w 1487197"/>
                  <a:gd name="connsiteY5" fmla="*/ 89741 h 1700164"/>
                  <a:gd name="connsiteX6" fmla="*/ 1396066 w 1487197"/>
                  <a:gd name="connsiteY6" fmla="*/ 432859 h 1700164"/>
                  <a:gd name="connsiteX7" fmla="*/ 1476878 w 1487197"/>
                  <a:gd name="connsiteY7" fmla="*/ 531598 h 1700164"/>
                  <a:gd name="connsiteX8" fmla="*/ 1487197 w 1487197"/>
                  <a:gd name="connsiteY8" fmla="*/ 1700164 h 1700164"/>
                  <a:gd name="connsiteX9" fmla="*/ 1026978 w 1487197"/>
                  <a:gd name="connsiteY9" fmla="*/ 882761 h 1700164"/>
                  <a:gd name="connsiteX10" fmla="*/ 814957 w 1487197"/>
                  <a:gd name="connsiteY10" fmla="*/ 505403 h 1700164"/>
                  <a:gd name="connsiteX0" fmla="*/ 814957 w 1487197"/>
                  <a:gd name="connsiteY0" fmla="*/ 505403 h 1700164"/>
                  <a:gd name="connsiteX1" fmla="*/ 470630 w 1487197"/>
                  <a:gd name="connsiteY1" fmla="*/ 442698 h 1700164"/>
                  <a:gd name="connsiteX2" fmla="*/ 215021 w 1487197"/>
                  <a:gd name="connsiteY2" fmla="*/ 529645 h 1700164"/>
                  <a:gd name="connsiteX3" fmla="*/ 244 w 1487197"/>
                  <a:gd name="connsiteY3" fmla="*/ 437271 h 1700164"/>
                  <a:gd name="connsiteX4" fmla="*/ 636679 w 1487197"/>
                  <a:gd name="connsiteY4" fmla="*/ 18232 h 1700164"/>
                  <a:gd name="connsiteX5" fmla="*/ 990535 w 1487197"/>
                  <a:gd name="connsiteY5" fmla="*/ 89741 h 1700164"/>
                  <a:gd name="connsiteX6" fmla="*/ 1396066 w 1487197"/>
                  <a:gd name="connsiteY6" fmla="*/ 432859 h 1700164"/>
                  <a:gd name="connsiteX7" fmla="*/ 1476878 w 1487197"/>
                  <a:gd name="connsiteY7" fmla="*/ 531598 h 1700164"/>
                  <a:gd name="connsiteX8" fmla="*/ 1487197 w 1487197"/>
                  <a:gd name="connsiteY8" fmla="*/ 1700164 h 1700164"/>
                  <a:gd name="connsiteX9" fmla="*/ 1026978 w 1487197"/>
                  <a:gd name="connsiteY9" fmla="*/ 882761 h 1700164"/>
                  <a:gd name="connsiteX10" fmla="*/ 814957 w 1487197"/>
                  <a:gd name="connsiteY10" fmla="*/ 505403 h 1700164"/>
                  <a:gd name="connsiteX0" fmla="*/ 814957 w 1487197"/>
                  <a:gd name="connsiteY0" fmla="*/ 505403 h 1700164"/>
                  <a:gd name="connsiteX1" fmla="*/ 470630 w 1487197"/>
                  <a:gd name="connsiteY1" fmla="*/ 442698 h 1700164"/>
                  <a:gd name="connsiteX2" fmla="*/ 215021 w 1487197"/>
                  <a:gd name="connsiteY2" fmla="*/ 529645 h 1700164"/>
                  <a:gd name="connsiteX3" fmla="*/ 244 w 1487197"/>
                  <a:gd name="connsiteY3" fmla="*/ 437271 h 1700164"/>
                  <a:gd name="connsiteX4" fmla="*/ 636679 w 1487197"/>
                  <a:gd name="connsiteY4" fmla="*/ 18232 h 1700164"/>
                  <a:gd name="connsiteX5" fmla="*/ 990535 w 1487197"/>
                  <a:gd name="connsiteY5" fmla="*/ 89741 h 1700164"/>
                  <a:gd name="connsiteX6" fmla="*/ 1396066 w 1487197"/>
                  <a:gd name="connsiteY6" fmla="*/ 432859 h 1700164"/>
                  <a:gd name="connsiteX7" fmla="*/ 1476878 w 1487197"/>
                  <a:gd name="connsiteY7" fmla="*/ 531598 h 1700164"/>
                  <a:gd name="connsiteX8" fmla="*/ 1487197 w 1487197"/>
                  <a:gd name="connsiteY8" fmla="*/ 1700164 h 1700164"/>
                  <a:gd name="connsiteX9" fmla="*/ 814957 w 1487197"/>
                  <a:gd name="connsiteY9" fmla="*/ 505403 h 1700164"/>
                  <a:gd name="connsiteX0" fmla="*/ 814957 w 1487197"/>
                  <a:gd name="connsiteY0" fmla="*/ 505403 h 1700164"/>
                  <a:gd name="connsiteX1" fmla="*/ 470630 w 1487197"/>
                  <a:gd name="connsiteY1" fmla="*/ 442698 h 1700164"/>
                  <a:gd name="connsiteX2" fmla="*/ 215021 w 1487197"/>
                  <a:gd name="connsiteY2" fmla="*/ 529645 h 1700164"/>
                  <a:gd name="connsiteX3" fmla="*/ 244 w 1487197"/>
                  <a:gd name="connsiteY3" fmla="*/ 437271 h 1700164"/>
                  <a:gd name="connsiteX4" fmla="*/ 636679 w 1487197"/>
                  <a:gd name="connsiteY4" fmla="*/ 18232 h 1700164"/>
                  <a:gd name="connsiteX5" fmla="*/ 990535 w 1487197"/>
                  <a:gd name="connsiteY5" fmla="*/ 89741 h 1700164"/>
                  <a:gd name="connsiteX6" fmla="*/ 1396066 w 1487197"/>
                  <a:gd name="connsiteY6" fmla="*/ 432859 h 1700164"/>
                  <a:gd name="connsiteX7" fmla="*/ 1476878 w 1487197"/>
                  <a:gd name="connsiteY7" fmla="*/ 531598 h 1700164"/>
                  <a:gd name="connsiteX8" fmla="*/ 1487197 w 1487197"/>
                  <a:gd name="connsiteY8" fmla="*/ 1700164 h 1700164"/>
                  <a:gd name="connsiteX9" fmla="*/ 814957 w 1487197"/>
                  <a:gd name="connsiteY9" fmla="*/ 505403 h 1700164"/>
                  <a:gd name="connsiteX0" fmla="*/ 814957 w 1487197"/>
                  <a:gd name="connsiteY0" fmla="*/ 505403 h 1700164"/>
                  <a:gd name="connsiteX1" fmla="*/ 470630 w 1487197"/>
                  <a:gd name="connsiteY1" fmla="*/ 442698 h 1700164"/>
                  <a:gd name="connsiteX2" fmla="*/ 215021 w 1487197"/>
                  <a:gd name="connsiteY2" fmla="*/ 529645 h 1700164"/>
                  <a:gd name="connsiteX3" fmla="*/ 244 w 1487197"/>
                  <a:gd name="connsiteY3" fmla="*/ 437271 h 1700164"/>
                  <a:gd name="connsiteX4" fmla="*/ 636679 w 1487197"/>
                  <a:gd name="connsiteY4" fmla="*/ 18232 h 1700164"/>
                  <a:gd name="connsiteX5" fmla="*/ 990535 w 1487197"/>
                  <a:gd name="connsiteY5" fmla="*/ 89741 h 1700164"/>
                  <a:gd name="connsiteX6" fmla="*/ 1396066 w 1487197"/>
                  <a:gd name="connsiteY6" fmla="*/ 432859 h 1700164"/>
                  <a:gd name="connsiteX7" fmla="*/ 1476878 w 1487197"/>
                  <a:gd name="connsiteY7" fmla="*/ 531598 h 1700164"/>
                  <a:gd name="connsiteX8" fmla="*/ 1487197 w 1487197"/>
                  <a:gd name="connsiteY8" fmla="*/ 1700164 h 1700164"/>
                  <a:gd name="connsiteX9" fmla="*/ 814957 w 1487197"/>
                  <a:gd name="connsiteY9" fmla="*/ 505403 h 1700164"/>
                  <a:gd name="connsiteX0" fmla="*/ 814957 w 1487197"/>
                  <a:gd name="connsiteY0" fmla="*/ 505403 h 1700164"/>
                  <a:gd name="connsiteX1" fmla="*/ 470630 w 1487197"/>
                  <a:gd name="connsiteY1" fmla="*/ 442698 h 1700164"/>
                  <a:gd name="connsiteX2" fmla="*/ 215021 w 1487197"/>
                  <a:gd name="connsiteY2" fmla="*/ 529645 h 1700164"/>
                  <a:gd name="connsiteX3" fmla="*/ 244 w 1487197"/>
                  <a:gd name="connsiteY3" fmla="*/ 437271 h 1700164"/>
                  <a:gd name="connsiteX4" fmla="*/ 636679 w 1487197"/>
                  <a:gd name="connsiteY4" fmla="*/ 18232 h 1700164"/>
                  <a:gd name="connsiteX5" fmla="*/ 990535 w 1487197"/>
                  <a:gd name="connsiteY5" fmla="*/ 89741 h 1700164"/>
                  <a:gd name="connsiteX6" fmla="*/ 1396066 w 1487197"/>
                  <a:gd name="connsiteY6" fmla="*/ 432859 h 1700164"/>
                  <a:gd name="connsiteX7" fmla="*/ 1476878 w 1487197"/>
                  <a:gd name="connsiteY7" fmla="*/ 531598 h 1700164"/>
                  <a:gd name="connsiteX8" fmla="*/ 1487197 w 1487197"/>
                  <a:gd name="connsiteY8" fmla="*/ 1700164 h 1700164"/>
                  <a:gd name="connsiteX9" fmla="*/ 814957 w 1487197"/>
                  <a:gd name="connsiteY9" fmla="*/ 505403 h 1700164"/>
                  <a:gd name="connsiteX0" fmla="*/ 814957 w 1487197"/>
                  <a:gd name="connsiteY0" fmla="*/ 505403 h 1700164"/>
                  <a:gd name="connsiteX1" fmla="*/ 470630 w 1487197"/>
                  <a:gd name="connsiteY1" fmla="*/ 442698 h 1700164"/>
                  <a:gd name="connsiteX2" fmla="*/ 215021 w 1487197"/>
                  <a:gd name="connsiteY2" fmla="*/ 529645 h 1700164"/>
                  <a:gd name="connsiteX3" fmla="*/ 244 w 1487197"/>
                  <a:gd name="connsiteY3" fmla="*/ 437271 h 1700164"/>
                  <a:gd name="connsiteX4" fmla="*/ 636679 w 1487197"/>
                  <a:gd name="connsiteY4" fmla="*/ 18232 h 1700164"/>
                  <a:gd name="connsiteX5" fmla="*/ 990535 w 1487197"/>
                  <a:gd name="connsiteY5" fmla="*/ 89741 h 1700164"/>
                  <a:gd name="connsiteX6" fmla="*/ 1396066 w 1487197"/>
                  <a:gd name="connsiteY6" fmla="*/ 432859 h 1700164"/>
                  <a:gd name="connsiteX7" fmla="*/ 1476878 w 1487197"/>
                  <a:gd name="connsiteY7" fmla="*/ 531598 h 1700164"/>
                  <a:gd name="connsiteX8" fmla="*/ 1487197 w 1487197"/>
                  <a:gd name="connsiteY8" fmla="*/ 1700164 h 1700164"/>
                  <a:gd name="connsiteX9" fmla="*/ 814957 w 1487197"/>
                  <a:gd name="connsiteY9" fmla="*/ 505403 h 1700164"/>
                  <a:gd name="connsiteX0" fmla="*/ 814957 w 1487197"/>
                  <a:gd name="connsiteY0" fmla="*/ 505403 h 1700164"/>
                  <a:gd name="connsiteX1" fmla="*/ 470630 w 1487197"/>
                  <a:gd name="connsiteY1" fmla="*/ 442698 h 1700164"/>
                  <a:gd name="connsiteX2" fmla="*/ 215021 w 1487197"/>
                  <a:gd name="connsiteY2" fmla="*/ 529645 h 1700164"/>
                  <a:gd name="connsiteX3" fmla="*/ 244 w 1487197"/>
                  <a:gd name="connsiteY3" fmla="*/ 437271 h 1700164"/>
                  <a:gd name="connsiteX4" fmla="*/ 636679 w 1487197"/>
                  <a:gd name="connsiteY4" fmla="*/ 18232 h 1700164"/>
                  <a:gd name="connsiteX5" fmla="*/ 990535 w 1487197"/>
                  <a:gd name="connsiteY5" fmla="*/ 89741 h 1700164"/>
                  <a:gd name="connsiteX6" fmla="*/ 1396066 w 1487197"/>
                  <a:gd name="connsiteY6" fmla="*/ 432859 h 1700164"/>
                  <a:gd name="connsiteX7" fmla="*/ 1476878 w 1487197"/>
                  <a:gd name="connsiteY7" fmla="*/ 531598 h 1700164"/>
                  <a:gd name="connsiteX8" fmla="*/ 1487197 w 1487197"/>
                  <a:gd name="connsiteY8" fmla="*/ 1700164 h 1700164"/>
                  <a:gd name="connsiteX9" fmla="*/ 814957 w 1487197"/>
                  <a:gd name="connsiteY9" fmla="*/ 505403 h 1700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7197" h="1700164">
                    <a:moveTo>
                      <a:pt x="814957" y="505403"/>
                    </a:moveTo>
                    <a:cubicBezTo>
                      <a:pt x="738921" y="367249"/>
                      <a:pt x="579877" y="493859"/>
                      <a:pt x="470630" y="442698"/>
                    </a:cubicBezTo>
                    <a:cubicBezTo>
                      <a:pt x="381923" y="401156"/>
                      <a:pt x="332148" y="525027"/>
                      <a:pt x="215021" y="529645"/>
                    </a:cubicBezTo>
                    <a:cubicBezTo>
                      <a:pt x="128603" y="533052"/>
                      <a:pt x="-6526" y="485445"/>
                      <a:pt x="244" y="437271"/>
                    </a:cubicBezTo>
                    <a:cubicBezTo>
                      <a:pt x="79712" y="180181"/>
                      <a:pt x="566088" y="40087"/>
                      <a:pt x="636679" y="18232"/>
                    </a:cubicBezTo>
                    <a:cubicBezTo>
                      <a:pt x="765277" y="-21582"/>
                      <a:pt x="882425" y="4497"/>
                      <a:pt x="990535" y="89741"/>
                    </a:cubicBezTo>
                    <a:cubicBezTo>
                      <a:pt x="1103771" y="179026"/>
                      <a:pt x="1302520" y="356735"/>
                      <a:pt x="1396066" y="432859"/>
                    </a:cubicBezTo>
                    <a:cubicBezTo>
                      <a:pt x="1441410" y="469758"/>
                      <a:pt x="1475572" y="497775"/>
                      <a:pt x="1476878" y="531598"/>
                    </a:cubicBezTo>
                    <a:cubicBezTo>
                      <a:pt x="1480318" y="921120"/>
                      <a:pt x="1483757" y="1310642"/>
                      <a:pt x="1487197" y="1700164"/>
                    </a:cubicBezTo>
                    <a:cubicBezTo>
                      <a:pt x="1314314" y="1341834"/>
                      <a:pt x="956897" y="763301"/>
                      <a:pt x="814957" y="505403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ound Same Side Corner Rectangle 2"/>
              <p:cNvSpPr/>
              <p:nvPr/>
            </p:nvSpPr>
            <p:spPr>
              <a:xfrm rot="5400000" flipH="1">
                <a:off x="6113434" y="5140102"/>
                <a:ext cx="557522" cy="384190"/>
              </a:xfrm>
              <a:custGeom>
                <a:avLst/>
                <a:gdLst>
                  <a:gd name="connsiteX0" fmla="*/ 104167 w 1804988"/>
                  <a:gd name="connsiteY0" fmla="*/ 0 h 896444"/>
                  <a:gd name="connsiteX1" fmla="*/ 1700821 w 1804988"/>
                  <a:gd name="connsiteY1" fmla="*/ 0 h 896444"/>
                  <a:gd name="connsiteX2" fmla="*/ 1804988 w 1804988"/>
                  <a:gd name="connsiteY2" fmla="*/ 104167 h 896444"/>
                  <a:gd name="connsiteX3" fmla="*/ 1804988 w 1804988"/>
                  <a:gd name="connsiteY3" fmla="*/ 896444 h 896444"/>
                  <a:gd name="connsiteX4" fmla="*/ 1804988 w 1804988"/>
                  <a:gd name="connsiteY4" fmla="*/ 896444 h 896444"/>
                  <a:gd name="connsiteX5" fmla="*/ 0 w 1804988"/>
                  <a:gd name="connsiteY5" fmla="*/ 896444 h 896444"/>
                  <a:gd name="connsiteX6" fmla="*/ 0 w 1804988"/>
                  <a:gd name="connsiteY6" fmla="*/ 896444 h 896444"/>
                  <a:gd name="connsiteX7" fmla="*/ 0 w 1804988"/>
                  <a:gd name="connsiteY7" fmla="*/ 104167 h 896444"/>
                  <a:gd name="connsiteX8" fmla="*/ 104167 w 1804988"/>
                  <a:gd name="connsiteY8" fmla="*/ 0 h 896444"/>
                  <a:gd name="connsiteX0" fmla="*/ 104167 w 1804988"/>
                  <a:gd name="connsiteY0" fmla="*/ 0 h 896444"/>
                  <a:gd name="connsiteX1" fmla="*/ 1700821 w 1804988"/>
                  <a:gd name="connsiteY1" fmla="*/ 0 h 896444"/>
                  <a:gd name="connsiteX2" fmla="*/ 1804988 w 1804988"/>
                  <a:gd name="connsiteY2" fmla="*/ 104167 h 896444"/>
                  <a:gd name="connsiteX3" fmla="*/ 1804988 w 1804988"/>
                  <a:gd name="connsiteY3" fmla="*/ 896444 h 896444"/>
                  <a:gd name="connsiteX4" fmla="*/ 0 w 1804988"/>
                  <a:gd name="connsiteY4" fmla="*/ 896444 h 896444"/>
                  <a:gd name="connsiteX5" fmla="*/ 0 w 1804988"/>
                  <a:gd name="connsiteY5" fmla="*/ 896444 h 896444"/>
                  <a:gd name="connsiteX6" fmla="*/ 0 w 1804988"/>
                  <a:gd name="connsiteY6" fmla="*/ 104167 h 896444"/>
                  <a:gd name="connsiteX7" fmla="*/ 104167 w 1804988"/>
                  <a:gd name="connsiteY7" fmla="*/ 0 h 896444"/>
                  <a:gd name="connsiteX0" fmla="*/ 104167 w 1804988"/>
                  <a:gd name="connsiteY0" fmla="*/ 0 h 970263"/>
                  <a:gd name="connsiteX1" fmla="*/ 1700821 w 1804988"/>
                  <a:gd name="connsiteY1" fmla="*/ 0 h 970263"/>
                  <a:gd name="connsiteX2" fmla="*/ 1804988 w 1804988"/>
                  <a:gd name="connsiteY2" fmla="*/ 104167 h 970263"/>
                  <a:gd name="connsiteX3" fmla="*/ 1640682 w 1804988"/>
                  <a:gd name="connsiteY3" fmla="*/ 970263 h 970263"/>
                  <a:gd name="connsiteX4" fmla="*/ 0 w 1804988"/>
                  <a:gd name="connsiteY4" fmla="*/ 896444 h 970263"/>
                  <a:gd name="connsiteX5" fmla="*/ 0 w 1804988"/>
                  <a:gd name="connsiteY5" fmla="*/ 896444 h 970263"/>
                  <a:gd name="connsiteX6" fmla="*/ 0 w 1804988"/>
                  <a:gd name="connsiteY6" fmla="*/ 104167 h 970263"/>
                  <a:gd name="connsiteX7" fmla="*/ 104167 w 1804988"/>
                  <a:gd name="connsiteY7" fmla="*/ 0 h 970263"/>
                  <a:gd name="connsiteX0" fmla="*/ 104167 w 1804988"/>
                  <a:gd name="connsiteY0" fmla="*/ 0 h 970263"/>
                  <a:gd name="connsiteX1" fmla="*/ 1700821 w 1804988"/>
                  <a:gd name="connsiteY1" fmla="*/ 0 h 970263"/>
                  <a:gd name="connsiteX2" fmla="*/ 1804988 w 1804988"/>
                  <a:gd name="connsiteY2" fmla="*/ 104167 h 970263"/>
                  <a:gd name="connsiteX3" fmla="*/ 1640682 w 1804988"/>
                  <a:gd name="connsiteY3" fmla="*/ 970263 h 970263"/>
                  <a:gd name="connsiteX4" fmla="*/ 0 w 1804988"/>
                  <a:gd name="connsiteY4" fmla="*/ 896444 h 970263"/>
                  <a:gd name="connsiteX5" fmla="*/ 0 w 1804988"/>
                  <a:gd name="connsiteY5" fmla="*/ 896444 h 970263"/>
                  <a:gd name="connsiteX6" fmla="*/ 0 w 1804988"/>
                  <a:gd name="connsiteY6" fmla="*/ 104167 h 970263"/>
                  <a:gd name="connsiteX7" fmla="*/ 104167 w 1804988"/>
                  <a:gd name="connsiteY7" fmla="*/ 0 h 970263"/>
                  <a:gd name="connsiteX0" fmla="*/ 104167 w 1805126"/>
                  <a:gd name="connsiteY0" fmla="*/ 0 h 970263"/>
                  <a:gd name="connsiteX1" fmla="*/ 1700821 w 1805126"/>
                  <a:gd name="connsiteY1" fmla="*/ 0 h 970263"/>
                  <a:gd name="connsiteX2" fmla="*/ 1804988 w 1805126"/>
                  <a:gd name="connsiteY2" fmla="*/ 104167 h 970263"/>
                  <a:gd name="connsiteX3" fmla="*/ 1640682 w 1805126"/>
                  <a:gd name="connsiteY3" fmla="*/ 970263 h 970263"/>
                  <a:gd name="connsiteX4" fmla="*/ 0 w 1805126"/>
                  <a:gd name="connsiteY4" fmla="*/ 896444 h 970263"/>
                  <a:gd name="connsiteX5" fmla="*/ 0 w 1805126"/>
                  <a:gd name="connsiteY5" fmla="*/ 896444 h 970263"/>
                  <a:gd name="connsiteX6" fmla="*/ 0 w 1805126"/>
                  <a:gd name="connsiteY6" fmla="*/ 104167 h 970263"/>
                  <a:gd name="connsiteX7" fmla="*/ 104167 w 1805126"/>
                  <a:gd name="connsiteY7" fmla="*/ 0 h 970263"/>
                  <a:gd name="connsiteX0" fmla="*/ 104167 w 1805126"/>
                  <a:gd name="connsiteY0" fmla="*/ 0 h 1067357"/>
                  <a:gd name="connsiteX1" fmla="*/ 1700821 w 1805126"/>
                  <a:gd name="connsiteY1" fmla="*/ 0 h 1067357"/>
                  <a:gd name="connsiteX2" fmla="*/ 1804988 w 1805126"/>
                  <a:gd name="connsiteY2" fmla="*/ 104167 h 1067357"/>
                  <a:gd name="connsiteX3" fmla="*/ 1640682 w 1805126"/>
                  <a:gd name="connsiteY3" fmla="*/ 970263 h 1067357"/>
                  <a:gd name="connsiteX4" fmla="*/ 1521617 w 1805126"/>
                  <a:gd name="connsiteY4" fmla="*/ 1067350 h 1067357"/>
                  <a:gd name="connsiteX5" fmla="*/ 0 w 1805126"/>
                  <a:gd name="connsiteY5" fmla="*/ 896444 h 1067357"/>
                  <a:gd name="connsiteX6" fmla="*/ 0 w 1805126"/>
                  <a:gd name="connsiteY6" fmla="*/ 896444 h 1067357"/>
                  <a:gd name="connsiteX7" fmla="*/ 0 w 1805126"/>
                  <a:gd name="connsiteY7" fmla="*/ 104167 h 1067357"/>
                  <a:gd name="connsiteX8" fmla="*/ 104167 w 1805126"/>
                  <a:gd name="connsiteY8" fmla="*/ 0 h 1067357"/>
                  <a:gd name="connsiteX0" fmla="*/ 104167 w 1805126"/>
                  <a:gd name="connsiteY0" fmla="*/ 0 h 1067579"/>
                  <a:gd name="connsiteX1" fmla="*/ 1700821 w 1805126"/>
                  <a:gd name="connsiteY1" fmla="*/ 0 h 1067579"/>
                  <a:gd name="connsiteX2" fmla="*/ 1804988 w 1805126"/>
                  <a:gd name="connsiteY2" fmla="*/ 104167 h 1067579"/>
                  <a:gd name="connsiteX3" fmla="*/ 1640682 w 1805126"/>
                  <a:gd name="connsiteY3" fmla="*/ 970263 h 1067579"/>
                  <a:gd name="connsiteX4" fmla="*/ 1521617 w 1805126"/>
                  <a:gd name="connsiteY4" fmla="*/ 1067350 h 1067579"/>
                  <a:gd name="connsiteX5" fmla="*/ 0 w 1805126"/>
                  <a:gd name="connsiteY5" fmla="*/ 896444 h 1067579"/>
                  <a:gd name="connsiteX6" fmla="*/ 0 w 1805126"/>
                  <a:gd name="connsiteY6" fmla="*/ 896444 h 1067579"/>
                  <a:gd name="connsiteX7" fmla="*/ 0 w 1805126"/>
                  <a:gd name="connsiteY7" fmla="*/ 104167 h 1067579"/>
                  <a:gd name="connsiteX8" fmla="*/ 104167 w 1805126"/>
                  <a:gd name="connsiteY8" fmla="*/ 0 h 1067579"/>
                  <a:gd name="connsiteX0" fmla="*/ 104167 w 1805126"/>
                  <a:gd name="connsiteY0" fmla="*/ 0 h 1067998"/>
                  <a:gd name="connsiteX1" fmla="*/ 1700821 w 1805126"/>
                  <a:gd name="connsiteY1" fmla="*/ 0 h 1067998"/>
                  <a:gd name="connsiteX2" fmla="*/ 1804988 w 1805126"/>
                  <a:gd name="connsiteY2" fmla="*/ 104167 h 1067998"/>
                  <a:gd name="connsiteX3" fmla="*/ 1640682 w 1805126"/>
                  <a:gd name="connsiteY3" fmla="*/ 970263 h 1067998"/>
                  <a:gd name="connsiteX4" fmla="*/ 1521617 w 1805126"/>
                  <a:gd name="connsiteY4" fmla="*/ 1067350 h 1067998"/>
                  <a:gd name="connsiteX5" fmla="*/ 0 w 1805126"/>
                  <a:gd name="connsiteY5" fmla="*/ 896444 h 1067998"/>
                  <a:gd name="connsiteX6" fmla="*/ 0 w 1805126"/>
                  <a:gd name="connsiteY6" fmla="*/ 896444 h 1067998"/>
                  <a:gd name="connsiteX7" fmla="*/ 0 w 1805126"/>
                  <a:gd name="connsiteY7" fmla="*/ 104167 h 1067998"/>
                  <a:gd name="connsiteX8" fmla="*/ 104167 w 1805126"/>
                  <a:gd name="connsiteY8" fmla="*/ 0 h 1067998"/>
                  <a:gd name="connsiteX0" fmla="*/ 104167 w 1805126"/>
                  <a:gd name="connsiteY0" fmla="*/ 0 h 1067998"/>
                  <a:gd name="connsiteX1" fmla="*/ 1700821 w 1805126"/>
                  <a:gd name="connsiteY1" fmla="*/ 0 h 1067998"/>
                  <a:gd name="connsiteX2" fmla="*/ 1804988 w 1805126"/>
                  <a:gd name="connsiteY2" fmla="*/ 104167 h 1067998"/>
                  <a:gd name="connsiteX3" fmla="*/ 1640682 w 1805126"/>
                  <a:gd name="connsiteY3" fmla="*/ 970263 h 1067998"/>
                  <a:gd name="connsiteX4" fmla="*/ 1521617 w 1805126"/>
                  <a:gd name="connsiteY4" fmla="*/ 1067350 h 1067998"/>
                  <a:gd name="connsiteX5" fmla="*/ 0 w 1805126"/>
                  <a:gd name="connsiteY5" fmla="*/ 896444 h 1067998"/>
                  <a:gd name="connsiteX6" fmla="*/ 0 w 1805126"/>
                  <a:gd name="connsiteY6" fmla="*/ 889300 h 1067998"/>
                  <a:gd name="connsiteX7" fmla="*/ 0 w 1805126"/>
                  <a:gd name="connsiteY7" fmla="*/ 104167 h 1067998"/>
                  <a:gd name="connsiteX8" fmla="*/ 104167 w 1805126"/>
                  <a:gd name="connsiteY8" fmla="*/ 0 h 1067998"/>
                  <a:gd name="connsiteX0" fmla="*/ 104167 w 1805126"/>
                  <a:gd name="connsiteY0" fmla="*/ 0 h 1067998"/>
                  <a:gd name="connsiteX1" fmla="*/ 1700821 w 1805126"/>
                  <a:gd name="connsiteY1" fmla="*/ 0 h 1067998"/>
                  <a:gd name="connsiteX2" fmla="*/ 1804988 w 1805126"/>
                  <a:gd name="connsiteY2" fmla="*/ 104167 h 1067998"/>
                  <a:gd name="connsiteX3" fmla="*/ 1640682 w 1805126"/>
                  <a:gd name="connsiteY3" fmla="*/ 970263 h 1067998"/>
                  <a:gd name="connsiteX4" fmla="*/ 1521617 w 1805126"/>
                  <a:gd name="connsiteY4" fmla="*/ 1067350 h 1067998"/>
                  <a:gd name="connsiteX5" fmla="*/ 0 w 1805126"/>
                  <a:gd name="connsiteY5" fmla="*/ 896444 h 1067998"/>
                  <a:gd name="connsiteX6" fmla="*/ 0 w 1805126"/>
                  <a:gd name="connsiteY6" fmla="*/ 104167 h 1067998"/>
                  <a:gd name="connsiteX7" fmla="*/ 104167 w 1805126"/>
                  <a:gd name="connsiteY7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1 w 1805127"/>
                  <a:gd name="connsiteY5" fmla="*/ 896444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04168 w 1805127"/>
                  <a:gd name="connsiteY0" fmla="*/ 0 h 1067998"/>
                  <a:gd name="connsiteX1" fmla="*/ 1700822 w 1805127"/>
                  <a:gd name="connsiteY1" fmla="*/ 0 h 1067998"/>
                  <a:gd name="connsiteX2" fmla="*/ 1804989 w 1805127"/>
                  <a:gd name="connsiteY2" fmla="*/ 104167 h 1067998"/>
                  <a:gd name="connsiteX3" fmla="*/ 1640683 w 1805127"/>
                  <a:gd name="connsiteY3" fmla="*/ 970263 h 1067998"/>
                  <a:gd name="connsiteX4" fmla="*/ 1521618 w 1805127"/>
                  <a:gd name="connsiteY4" fmla="*/ 1067350 h 1067998"/>
                  <a:gd name="connsiteX5" fmla="*/ 85723 w 1805127"/>
                  <a:gd name="connsiteY5" fmla="*/ 724997 h 1067998"/>
                  <a:gd name="connsiteX6" fmla="*/ 0 w 1805127"/>
                  <a:gd name="connsiteY6" fmla="*/ 595858 h 1067998"/>
                  <a:gd name="connsiteX7" fmla="*/ 1 w 1805127"/>
                  <a:gd name="connsiteY7" fmla="*/ 104167 h 1067998"/>
                  <a:gd name="connsiteX8" fmla="*/ 104168 w 1805127"/>
                  <a:gd name="connsiteY8" fmla="*/ 0 h 1067998"/>
                  <a:gd name="connsiteX0" fmla="*/ 155006 w 1855965"/>
                  <a:gd name="connsiteY0" fmla="*/ 0 h 1208218"/>
                  <a:gd name="connsiteX1" fmla="*/ 1751660 w 1855965"/>
                  <a:gd name="connsiteY1" fmla="*/ 0 h 1208218"/>
                  <a:gd name="connsiteX2" fmla="*/ 1855827 w 1855965"/>
                  <a:gd name="connsiteY2" fmla="*/ 104167 h 1208218"/>
                  <a:gd name="connsiteX3" fmla="*/ 1691521 w 1855965"/>
                  <a:gd name="connsiteY3" fmla="*/ 970263 h 1208218"/>
                  <a:gd name="connsiteX4" fmla="*/ 1520069 w 1855965"/>
                  <a:gd name="connsiteY4" fmla="*/ 1207844 h 1208218"/>
                  <a:gd name="connsiteX5" fmla="*/ 136561 w 1855965"/>
                  <a:gd name="connsiteY5" fmla="*/ 724997 h 1208218"/>
                  <a:gd name="connsiteX6" fmla="*/ 50838 w 1855965"/>
                  <a:gd name="connsiteY6" fmla="*/ 595858 h 1208218"/>
                  <a:gd name="connsiteX7" fmla="*/ 50839 w 1855965"/>
                  <a:gd name="connsiteY7" fmla="*/ 104167 h 1208218"/>
                  <a:gd name="connsiteX8" fmla="*/ 155006 w 1855965"/>
                  <a:gd name="connsiteY8" fmla="*/ 0 h 1208218"/>
                  <a:gd name="connsiteX0" fmla="*/ 155006 w 1856758"/>
                  <a:gd name="connsiteY0" fmla="*/ 18596 h 1257508"/>
                  <a:gd name="connsiteX1" fmla="*/ 1751660 w 1856758"/>
                  <a:gd name="connsiteY1" fmla="*/ 18596 h 1257508"/>
                  <a:gd name="connsiteX2" fmla="*/ 1855827 w 1856758"/>
                  <a:gd name="connsiteY2" fmla="*/ 122763 h 1257508"/>
                  <a:gd name="connsiteX3" fmla="*/ 1698665 w 1856758"/>
                  <a:gd name="connsiteY3" fmla="*/ 1146022 h 1257508"/>
                  <a:gd name="connsiteX4" fmla="*/ 1520069 w 1856758"/>
                  <a:gd name="connsiteY4" fmla="*/ 1226440 h 1257508"/>
                  <a:gd name="connsiteX5" fmla="*/ 136561 w 1856758"/>
                  <a:gd name="connsiteY5" fmla="*/ 743593 h 1257508"/>
                  <a:gd name="connsiteX6" fmla="*/ 50838 w 1856758"/>
                  <a:gd name="connsiteY6" fmla="*/ 614454 h 1257508"/>
                  <a:gd name="connsiteX7" fmla="*/ 50839 w 1856758"/>
                  <a:gd name="connsiteY7" fmla="*/ 122763 h 1257508"/>
                  <a:gd name="connsiteX8" fmla="*/ 155006 w 1856758"/>
                  <a:gd name="connsiteY8" fmla="*/ 18596 h 1257508"/>
                  <a:gd name="connsiteX0" fmla="*/ 104168 w 1805920"/>
                  <a:gd name="connsiteY0" fmla="*/ 18596 h 1257508"/>
                  <a:gd name="connsiteX1" fmla="*/ 1700822 w 1805920"/>
                  <a:gd name="connsiteY1" fmla="*/ 18596 h 1257508"/>
                  <a:gd name="connsiteX2" fmla="*/ 1804989 w 1805920"/>
                  <a:gd name="connsiteY2" fmla="*/ 122763 h 1257508"/>
                  <a:gd name="connsiteX3" fmla="*/ 1647827 w 1805920"/>
                  <a:gd name="connsiteY3" fmla="*/ 1146022 h 1257508"/>
                  <a:gd name="connsiteX4" fmla="*/ 1469231 w 1805920"/>
                  <a:gd name="connsiteY4" fmla="*/ 1226440 h 1257508"/>
                  <a:gd name="connsiteX5" fmla="*/ 85723 w 1805920"/>
                  <a:gd name="connsiteY5" fmla="*/ 743593 h 1257508"/>
                  <a:gd name="connsiteX6" fmla="*/ 0 w 1805920"/>
                  <a:gd name="connsiteY6" fmla="*/ 614454 h 1257508"/>
                  <a:gd name="connsiteX7" fmla="*/ 1 w 1805920"/>
                  <a:gd name="connsiteY7" fmla="*/ 122763 h 1257508"/>
                  <a:gd name="connsiteX8" fmla="*/ 104168 w 1805920"/>
                  <a:gd name="connsiteY8" fmla="*/ 18596 h 1257508"/>
                  <a:gd name="connsiteX0" fmla="*/ 104168 w 1805920"/>
                  <a:gd name="connsiteY0" fmla="*/ 18596 h 1257508"/>
                  <a:gd name="connsiteX1" fmla="*/ 1700822 w 1805920"/>
                  <a:gd name="connsiteY1" fmla="*/ 18596 h 1257508"/>
                  <a:gd name="connsiteX2" fmla="*/ 1804989 w 1805920"/>
                  <a:gd name="connsiteY2" fmla="*/ 122763 h 1257508"/>
                  <a:gd name="connsiteX3" fmla="*/ 1647827 w 1805920"/>
                  <a:gd name="connsiteY3" fmla="*/ 1146022 h 1257508"/>
                  <a:gd name="connsiteX4" fmla="*/ 1469231 w 1805920"/>
                  <a:gd name="connsiteY4" fmla="*/ 1226440 h 1257508"/>
                  <a:gd name="connsiteX5" fmla="*/ 85723 w 1805920"/>
                  <a:gd name="connsiteY5" fmla="*/ 743593 h 1257508"/>
                  <a:gd name="connsiteX6" fmla="*/ 0 w 1805920"/>
                  <a:gd name="connsiteY6" fmla="*/ 614454 h 1257508"/>
                  <a:gd name="connsiteX7" fmla="*/ 1 w 1805920"/>
                  <a:gd name="connsiteY7" fmla="*/ 122763 h 1257508"/>
                  <a:gd name="connsiteX8" fmla="*/ 104168 w 1805920"/>
                  <a:gd name="connsiteY8" fmla="*/ 18596 h 1257508"/>
                  <a:gd name="connsiteX0" fmla="*/ 155226 w 1856978"/>
                  <a:gd name="connsiteY0" fmla="*/ 18596 h 1262721"/>
                  <a:gd name="connsiteX1" fmla="*/ 1751880 w 1856978"/>
                  <a:gd name="connsiteY1" fmla="*/ 18596 h 1262721"/>
                  <a:gd name="connsiteX2" fmla="*/ 1856047 w 1856978"/>
                  <a:gd name="connsiteY2" fmla="*/ 122763 h 1262721"/>
                  <a:gd name="connsiteX3" fmla="*/ 1698885 w 1856978"/>
                  <a:gd name="connsiteY3" fmla="*/ 1146022 h 1262721"/>
                  <a:gd name="connsiteX4" fmla="*/ 1523464 w 1856978"/>
                  <a:gd name="connsiteY4" fmla="*/ 1235965 h 1262721"/>
                  <a:gd name="connsiteX5" fmla="*/ 136781 w 1856978"/>
                  <a:gd name="connsiteY5" fmla="*/ 743593 h 1262721"/>
                  <a:gd name="connsiteX6" fmla="*/ 51058 w 1856978"/>
                  <a:gd name="connsiteY6" fmla="*/ 614454 h 1262721"/>
                  <a:gd name="connsiteX7" fmla="*/ 51059 w 1856978"/>
                  <a:gd name="connsiteY7" fmla="*/ 122763 h 1262721"/>
                  <a:gd name="connsiteX8" fmla="*/ 155226 w 1856978"/>
                  <a:gd name="connsiteY8" fmla="*/ 18596 h 1262721"/>
                  <a:gd name="connsiteX0" fmla="*/ 155226 w 1856978"/>
                  <a:gd name="connsiteY0" fmla="*/ 18596 h 1262721"/>
                  <a:gd name="connsiteX1" fmla="*/ 1751880 w 1856978"/>
                  <a:gd name="connsiteY1" fmla="*/ 18596 h 1262721"/>
                  <a:gd name="connsiteX2" fmla="*/ 1856047 w 1856978"/>
                  <a:gd name="connsiteY2" fmla="*/ 122763 h 1262721"/>
                  <a:gd name="connsiteX3" fmla="*/ 1698885 w 1856978"/>
                  <a:gd name="connsiteY3" fmla="*/ 1146022 h 1262721"/>
                  <a:gd name="connsiteX4" fmla="*/ 1523464 w 1856978"/>
                  <a:gd name="connsiteY4" fmla="*/ 1235965 h 1262721"/>
                  <a:gd name="connsiteX5" fmla="*/ 136781 w 1856978"/>
                  <a:gd name="connsiteY5" fmla="*/ 743593 h 1262721"/>
                  <a:gd name="connsiteX6" fmla="*/ 51058 w 1856978"/>
                  <a:gd name="connsiteY6" fmla="*/ 614454 h 1262721"/>
                  <a:gd name="connsiteX7" fmla="*/ 51059 w 1856978"/>
                  <a:gd name="connsiteY7" fmla="*/ 122763 h 1262721"/>
                  <a:gd name="connsiteX8" fmla="*/ 155226 w 1856978"/>
                  <a:gd name="connsiteY8" fmla="*/ 18596 h 1262721"/>
                  <a:gd name="connsiteX0" fmla="*/ 155226 w 1856978"/>
                  <a:gd name="connsiteY0" fmla="*/ 18596 h 1262721"/>
                  <a:gd name="connsiteX1" fmla="*/ 1751880 w 1856978"/>
                  <a:gd name="connsiteY1" fmla="*/ 18596 h 1262721"/>
                  <a:gd name="connsiteX2" fmla="*/ 1856047 w 1856978"/>
                  <a:gd name="connsiteY2" fmla="*/ 122763 h 1262721"/>
                  <a:gd name="connsiteX3" fmla="*/ 1698885 w 1856978"/>
                  <a:gd name="connsiteY3" fmla="*/ 1146022 h 1262721"/>
                  <a:gd name="connsiteX4" fmla="*/ 1523464 w 1856978"/>
                  <a:gd name="connsiteY4" fmla="*/ 1235965 h 1262721"/>
                  <a:gd name="connsiteX5" fmla="*/ 136781 w 1856978"/>
                  <a:gd name="connsiteY5" fmla="*/ 743593 h 1262721"/>
                  <a:gd name="connsiteX6" fmla="*/ 51058 w 1856978"/>
                  <a:gd name="connsiteY6" fmla="*/ 614454 h 1262721"/>
                  <a:gd name="connsiteX7" fmla="*/ 51059 w 1856978"/>
                  <a:gd name="connsiteY7" fmla="*/ 122763 h 1262721"/>
                  <a:gd name="connsiteX8" fmla="*/ 155226 w 1856978"/>
                  <a:gd name="connsiteY8" fmla="*/ 18596 h 1262721"/>
                  <a:gd name="connsiteX0" fmla="*/ 160380 w 1862132"/>
                  <a:gd name="connsiteY0" fmla="*/ 18596 h 1262721"/>
                  <a:gd name="connsiteX1" fmla="*/ 1757034 w 1862132"/>
                  <a:gd name="connsiteY1" fmla="*/ 18596 h 1262721"/>
                  <a:gd name="connsiteX2" fmla="*/ 1861201 w 1862132"/>
                  <a:gd name="connsiteY2" fmla="*/ 122763 h 1262721"/>
                  <a:gd name="connsiteX3" fmla="*/ 1704039 w 1862132"/>
                  <a:gd name="connsiteY3" fmla="*/ 1146022 h 1262721"/>
                  <a:gd name="connsiteX4" fmla="*/ 1528618 w 1862132"/>
                  <a:gd name="connsiteY4" fmla="*/ 1235965 h 1262721"/>
                  <a:gd name="connsiteX5" fmla="*/ 141935 w 1862132"/>
                  <a:gd name="connsiteY5" fmla="*/ 743593 h 1262721"/>
                  <a:gd name="connsiteX6" fmla="*/ 56212 w 1862132"/>
                  <a:gd name="connsiteY6" fmla="*/ 614454 h 1262721"/>
                  <a:gd name="connsiteX7" fmla="*/ 56213 w 1862132"/>
                  <a:gd name="connsiteY7" fmla="*/ 122763 h 1262721"/>
                  <a:gd name="connsiteX8" fmla="*/ 160380 w 1862132"/>
                  <a:gd name="connsiteY8" fmla="*/ 18596 h 1262721"/>
                  <a:gd name="connsiteX0" fmla="*/ 105140 w 1806892"/>
                  <a:gd name="connsiteY0" fmla="*/ 18596 h 1262721"/>
                  <a:gd name="connsiteX1" fmla="*/ 1701794 w 1806892"/>
                  <a:gd name="connsiteY1" fmla="*/ 18596 h 1262721"/>
                  <a:gd name="connsiteX2" fmla="*/ 1805961 w 1806892"/>
                  <a:gd name="connsiteY2" fmla="*/ 122763 h 1262721"/>
                  <a:gd name="connsiteX3" fmla="*/ 1648799 w 1806892"/>
                  <a:gd name="connsiteY3" fmla="*/ 1146022 h 1262721"/>
                  <a:gd name="connsiteX4" fmla="*/ 1473378 w 1806892"/>
                  <a:gd name="connsiteY4" fmla="*/ 1235965 h 1262721"/>
                  <a:gd name="connsiteX5" fmla="*/ 86695 w 1806892"/>
                  <a:gd name="connsiteY5" fmla="*/ 743593 h 1262721"/>
                  <a:gd name="connsiteX6" fmla="*/ 972 w 1806892"/>
                  <a:gd name="connsiteY6" fmla="*/ 614454 h 1262721"/>
                  <a:gd name="connsiteX7" fmla="*/ 973 w 1806892"/>
                  <a:gd name="connsiteY7" fmla="*/ 122763 h 1262721"/>
                  <a:gd name="connsiteX8" fmla="*/ 105140 w 1806892"/>
                  <a:gd name="connsiteY8" fmla="*/ 18596 h 1262721"/>
                  <a:gd name="connsiteX0" fmla="*/ 104168 w 1805920"/>
                  <a:gd name="connsiteY0" fmla="*/ 18596 h 1262721"/>
                  <a:gd name="connsiteX1" fmla="*/ 1700822 w 1805920"/>
                  <a:gd name="connsiteY1" fmla="*/ 18596 h 1262721"/>
                  <a:gd name="connsiteX2" fmla="*/ 1804989 w 1805920"/>
                  <a:gd name="connsiteY2" fmla="*/ 122763 h 1262721"/>
                  <a:gd name="connsiteX3" fmla="*/ 1647827 w 1805920"/>
                  <a:gd name="connsiteY3" fmla="*/ 1146022 h 1262721"/>
                  <a:gd name="connsiteX4" fmla="*/ 1472406 w 1805920"/>
                  <a:gd name="connsiteY4" fmla="*/ 1235965 h 1262721"/>
                  <a:gd name="connsiteX5" fmla="*/ 123823 w 1805920"/>
                  <a:gd name="connsiteY5" fmla="*/ 743593 h 1262721"/>
                  <a:gd name="connsiteX6" fmla="*/ 0 w 1805920"/>
                  <a:gd name="connsiteY6" fmla="*/ 614454 h 1262721"/>
                  <a:gd name="connsiteX7" fmla="*/ 1 w 1805920"/>
                  <a:gd name="connsiteY7" fmla="*/ 122763 h 1262721"/>
                  <a:gd name="connsiteX8" fmla="*/ 104168 w 1805920"/>
                  <a:gd name="connsiteY8" fmla="*/ 18596 h 1262721"/>
                  <a:gd name="connsiteX0" fmla="*/ 104168 w 1805229"/>
                  <a:gd name="connsiteY0" fmla="*/ 824 h 1244949"/>
                  <a:gd name="connsiteX1" fmla="*/ 1700822 w 1805229"/>
                  <a:gd name="connsiteY1" fmla="*/ 824 h 1244949"/>
                  <a:gd name="connsiteX2" fmla="*/ 1804989 w 1805229"/>
                  <a:gd name="connsiteY2" fmla="*/ 104991 h 1244949"/>
                  <a:gd name="connsiteX3" fmla="*/ 1647827 w 1805229"/>
                  <a:gd name="connsiteY3" fmla="*/ 1128250 h 1244949"/>
                  <a:gd name="connsiteX4" fmla="*/ 1472406 w 1805229"/>
                  <a:gd name="connsiteY4" fmla="*/ 1218193 h 1244949"/>
                  <a:gd name="connsiteX5" fmla="*/ 123823 w 1805229"/>
                  <a:gd name="connsiteY5" fmla="*/ 725821 h 1244949"/>
                  <a:gd name="connsiteX6" fmla="*/ 0 w 1805229"/>
                  <a:gd name="connsiteY6" fmla="*/ 596682 h 1244949"/>
                  <a:gd name="connsiteX7" fmla="*/ 1 w 1805229"/>
                  <a:gd name="connsiteY7" fmla="*/ 104991 h 1244949"/>
                  <a:gd name="connsiteX8" fmla="*/ 104168 w 1805229"/>
                  <a:gd name="connsiteY8" fmla="*/ 824 h 1244949"/>
                  <a:gd name="connsiteX0" fmla="*/ 104168 w 1805524"/>
                  <a:gd name="connsiteY0" fmla="*/ 822 h 1244947"/>
                  <a:gd name="connsiteX1" fmla="*/ 1700822 w 1805524"/>
                  <a:gd name="connsiteY1" fmla="*/ 822 h 1244947"/>
                  <a:gd name="connsiteX2" fmla="*/ 1804989 w 1805524"/>
                  <a:gd name="connsiteY2" fmla="*/ 104989 h 1244947"/>
                  <a:gd name="connsiteX3" fmla="*/ 1647827 w 1805524"/>
                  <a:gd name="connsiteY3" fmla="*/ 1128248 h 1244947"/>
                  <a:gd name="connsiteX4" fmla="*/ 1472406 w 1805524"/>
                  <a:gd name="connsiteY4" fmla="*/ 1218191 h 1244947"/>
                  <a:gd name="connsiteX5" fmla="*/ 123823 w 1805524"/>
                  <a:gd name="connsiteY5" fmla="*/ 725819 h 1244947"/>
                  <a:gd name="connsiteX6" fmla="*/ 0 w 1805524"/>
                  <a:gd name="connsiteY6" fmla="*/ 596680 h 1244947"/>
                  <a:gd name="connsiteX7" fmla="*/ 1 w 1805524"/>
                  <a:gd name="connsiteY7" fmla="*/ 104989 h 1244947"/>
                  <a:gd name="connsiteX8" fmla="*/ 104168 w 1805524"/>
                  <a:gd name="connsiteY8" fmla="*/ 822 h 1244947"/>
                  <a:gd name="connsiteX0" fmla="*/ 104168 w 1805524"/>
                  <a:gd name="connsiteY0" fmla="*/ 825 h 1244950"/>
                  <a:gd name="connsiteX1" fmla="*/ 1700822 w 1805524"/>
                  <a:gd name="connsiteY1" fmla="*/ 825 h 1244950"/>
                  <a:gd name="connsiteX2" fmla="*/ 1804989 w 1805524"/>
                  <a:gd name="connsiteY2" fmla="*/ 104992 h 1244950"/>
                  <a:gd name="connsiteX3" fmla="*/ 1647827 w 1805524"/>
                  <a:gd name="connsiteY3" fmla="*/ 1128251 h 1244950"/>
                  <a:gd name="connsiteX4" fmla="*/ 1472406 w 1805524"/>
                  <a:gd name="connsiteY4" fmla="*/ 1218194 h 1244950"/>
                  <a:gd name="connsiteX5" fmla="*/ 123823 w 1805524"/>
                  <a:gd name="connsiteY5" fmla="*/ 725822 h 1244950"/>
                  <a:gd name="connsiteX6" fmla="*/ 0 w 1805524"/>
                  <a:gd name="connsiteY6" fmla="*/ 596683 h 1244950"/>
                  <a:gd name="connsiteX7" fmla="*/ 1 w 1805524"/>
                  <a:gd name="connsiteY7" fmla="*/ 104992 h 1244950"/>
                  <a:gd name="connsiteX8" fmla="*/ 104168 w 1805524"/>
                  <a:gd name="connsiteY8" fmla="*/ 825 h 1244950"/>
                  <a:gd name="connsiteX0" fmla="*/ 104168 w 1806856"/>
                  <a:gd name="connsiteY0" fmla="*/ 825 h 1244950"/>
                  <a:gd name="connsiteX1" fmla="*/ 1700822 w 1806856"/>
                  <a:gd name="connsiteY1" fmla="*/ 825 h 1244950"/>
                  <a:gd name="connsiteX2" fmla="*/ 1804989 w 1806856"/>
                  <a:gd name="connsiteY2" fmla="*/ 104992 h 1244950"/>
                  <a:gd name="connsiteX3" fmla="*/ 1647827 w 1806856"/>
                  <a:gd name="connsiteY3" fmla="*/ 1128251 h 1244950"/>
                  <a:gd name="connsiteX4" fmla="*/ 1472406 w 1806856"/>
                  <a:gd name="connsiteY4" fmla="*/ 1218194 h 1244950"/>
                  <a:gd name="connsiteX5" fmla="*/ 123823 w 1806856"/>
                  <a:gd name="connsiteY5" fmla="*/ 725822 h 1244950"/>
                  <a:gd name="connsiteX6" fmla="*/ 0 w 1806856"/>
                  <a:gd name="connsiteY6" fmla="*/ 596683 h 1244950"/>
                  <a:gd name="connsiteX7" fmla="*/ 1 w 1806856"/>
                  <a:gd name="connsiteY7" fmla="*/ 104992 h 1244950"/>
                  <a:gd name="connsiteX8" fmla="*/ 104168 w 1806856"/>
                  <a:gd name="connsiteY8" fmla="*/ 825 h 1244950"/>
                  <a:gd name="connsiteX0" fmla="*/ 104168 w 1806856"/>
                  <a:gd name="connsiteY0" fmla="*/ 825 h 1251021"/>
                  <a:gd name="connsiteX1" fmla="*/ 1700822 w 1806856"/>
                  <a:gd name="connsiteY1" fmla="*/ 825 h 1251021"/>
                  <a:gd name="connsiteX2" fmla="*/ 1804989 w 1806856"/>
                  <a:gd name="connsiteY2" fmla="*/ 104992 h 1251021"/>
                  <a:gd name="connsiteX3" fmla="*/ 1647827 w 1806856"/>
                  <a:gd name="connsiteY3" fmla="*/ 1128251 h 1251021"/>
                  <a:gd name="connsiteX4" fmla="*/ 1472406 w 1806856"/>
                  <a:gd name="connsiteY4" fmla="*/ 1218194 h 1251021"/>
                  <a:gd name="connsiteX5" fmla="*/ 123823 w 1806856"/>
                  <a:gd name="connsiteY5" fmla="*/ 725822 h 1251021"/>
                  <a:gd name="connsiteX6" fmla="*/ 0 w 1806856"/>
                  <a:gd name="connsiteY6" fmla="*/ 596683 h 1251021"/>
                  <a:gd name="connsiteX7" fmla="*/ 1 w 1806856"/>
                  <a:gd name="connsiteY7" fmla="*/ 104992 h 1251021"/>
                  <a:gd name="connsiteX8" fmla="*/ 104168 w 1806856"/>
                  <a:gd name="connsiteY8" fmla="*/ 825 h 1251021"/>
                  <a:gd name="connsiteX0" fmla="*/ 104168 w 1805024"/>
                  <a:gd name="connsiteY0" fmla="*/ 17173 h 1267369"/>
                  <a:gd name="connsiteX1" fmla="*/ 1660341 w 1805024"/>
                  <a:gd name="connsiteY1" fmla="*/ 19555 h 1267369"/>
                  <a:gd name="connsiteX2" fmla="*/ 1804989 w 1805024"/>
                  <a:gd name="connsiteY2" fmla="*/ 121340 h 1267369"/>
                  <a:gd name="connsiteX3" fmla="*/ 1647827 w 1805024"/>
                  <a:gd name="connsiteY3" fmla="*/ 1144599 h 1267369"/>
                  <a:gd name="connsiteX4" fmla="*/ 1472406 w 1805024"/>
                  <a:gd name="connsiteY4" fmla="*/ 1234542 h 1267369"/>
                  <a:gd name="connsiteX5" fmla="*/ 123823 w 1805024"/>
                  <a:gd name="connsiteY5" fmla="*/ 742170 h 1267369"/>
                  <a:gd name="connsiteX6" fmla="*/ 0 w 1805024"/>
                  <a:gd name="connsiteY6" fmla="*/ 613031 h 1267369"/>
                  <a:gd name="connsiteX7" fmla="*/ 1 w 1805024"/>
                  <a:gd name="connsiteY7" fmla="*/ 121340 h 1267369"/>
                  <a:gd name="connsiteX8" fmla="*/ 104168 w 1805024"/>
                  <a:gd name="connsiteY8" fmla="*/ 17173 h 1267369"/>
                  <a:gd name="connsiteX0" fmla="*/ 104168 w 1805654"/>
                  <a:gd name="connsiteY0" fmla="*/ 1258 h 1251454"/>
                  <a:gd name="connsiteX1" fmla="*/ 1660341 w 1805654"/>
                  <a:gd name="connsiteY1" fmla="*/ 3640 h 1251454"/>
                  <a:gd name="connsiteX2" fmla="*/ 1804989 w 1805654"/>
                  <a:gd name="connsiteY2" fmla="*/ 105425 h 1251454"/>
                  <a:gd name="connsiteX3" fmla="*/ 1647827 w 1805654"/>
                  <a:gd name="connsiteY3" fmla="*/ 1128684 h 1251454"/>
                  <a:gd name="connsiteX4" fmla="*/ 1472406 w 1805654"/>
                  <a:gd name="connsiteY4" fmla="*/ 1218627 h 1251454"/>
                  <a:gd name="connsiteX5" fmla="*/ 123823 w 1805654"/>
                  <a:gd name="connsiteY5" fmla="*/ 726255 h 1251454"/>
                  <a:gd name="connsiteX6" fmla="*/ 0 w 1805654"/>
                  <a:gd name="connsiteY6" fmla="*/ 597116 h 1251454"/>
                  <a:gd name="connsiteX7" fmla="*/ 1 w 1805654"/>
                  <a:gd name="connsiteY7" fmla="*/ 105425 h 1251454"/>
                  <a:gd name="connsiteX8" fmla="*/ 104168 w 1805654"/>
                  <a:gd name="connsiteY8" fmla="*/ 1258 h 1251454"/>
                  <a:gd name="connsiteX0" fmla="*/ 104168 w 1805724"/>
                  <a:gd name="connsiteY0" fmla="*/ 0 h 1250196"/>
                  <a:gd name="connsiteX1" fmla="*/ 1660341 w 1805724"/>
                  <a:gd name="connsiteY1" fmla="*/ 2382 h 1250196"/>
                  <a:gd name="connsiteX2" fmla="*/ 1804989 w 1805724"/>
                  <a:gd name="connsiteY2" fmla="*/ 104167 h 1250196"/>
                  <a:gd name="connsiteX3" fmla="*/ 1647827 w 1805724"/>
                  <a:gd name="connsiteY3" fmla="*/ 1127426 h 1250196"/>
                  <a:gd name="connsiteX4" fmla="*/ 1472406 w 1805724"/>
                  <a:gd name="connsiteY4" fmla="*/ 1217369 h 1250196"/>
                  <a:gd name="connsiteX5" fmla="*/ 123823 w 1805724"/>
                  <a:gd name="connsiteY5" fmla="*/ 724997 h 1250196"/>
                  <a:gd name="connsiteX6" fmla="*/ 0 w 1805724"/>
                  <a:gd name="connsiteY6" fmla="*/ 595858 h 1250196"/>
                  <a:gd name="connsiteX7" fmla="*/ 1 w 1805724"/>
                  <a:gd name="connsiteY7" fmla="*/ 104167 h 1250196"/>
                  <a:gd name="connsiteX8" fmla="*/ 104168 w 1805724"/>
                  <a:gd name="connsiteY8" fmla="*/ 0 h 1250196"/>
                  <a:gd name="connsiteX0" fmla="*/ 104168 w 1807263"/>
                  <a:gd name="connsiteY0" fmla="*/ 0 h 1250196"/>
                  <a:gd name="connsiteX1" fmla="*/ 1660341 w 1807263"/>
                  <a:gd name="connsiteY1" fmla="*/ 2382 h 1250196"/>
                  <a:gd name="connsiteX2" fmla="*/ 1804989 w 1807263"/>
                  <a:gd name="connsiteY2" fmla="*/ 104167 h 1250196"/>
                  <a:gd name="connsiteX3" fmla="*/ 1647827 w 1807263"/>
                  <a:gd name="connsiteY3" fmla="*/ 1127426 h 1250196"/>
                  <a:gd name="connsiteX4" fmla="*/ 1472406 w 1807263"/>
                  <a:gd name="connsiteY4" fmla="*/ 1217369 h 1250196"/>
                  <a:gd name="connsiteX5" fmla="*/ 123823 w 1807263"/>
                  <a:gd name="connsiteY5" fmla="*/ 724997 h 1250196"/>
                  <a:gd name="connsiteX6" fmla="*/ 0 w 1807263"/>
                  <a:gd name="connsiteY6" fmla="*/ 595858 h 1250196"/>
                  <a:gd name="connsiteX7" fmla="*/ 1 w 1807263"/>
                  <a:gd name="connsiteY7" fmla="*/ 104167 h 1250196"/>
                  <a:gd name="connsiteX8" fmla="*/ 104168 w 1807263"/>
                  <a:gd name="connsiteY8" fmla="*/ 0 h 1250196"/>
                  <a:gd name="connsiteX0" fmla="*/ 133524 w 1836650"/>
                  <a:gd name="connsiteY0" fmla="*/ 0 h 1265638"/>
                  <a:gd name="connsiteX1" fmla="*/ 1689697 w 1836650"/>
                  <a:gd name="connsiteY1" fmla="*/ 2382 h 1265638"/>
                  <a:gd name="connsiteX2" fmla="*/ 1834345 w 1836650"/>
                  <a:gd name="connsiteY2" fmla="*/ 104167 h 1265638"/>
                  <a:gd name="connsiteX3" fmla="*/ 1677183 w 1836650"/>
                  <a:gd name="connsiteY3" fmla="*/ 1127426 h 1265638"/>
                  <a:gd name="connsiteX4" fmla="*/ 1489501 w 1836650"/>
                  <a:gd name="connsiteY4" fmla="*/ 1241885 h 1265638"/>
                  <a:gd name="connsiteX5" fmla="*/ 153179 w 1836650"/>
                  <a:gd name="connsiteY5" fmla="*/ 724997 h 1265638"/>
                  <a:gd name="connsiteX6" fmla="*/ 29356 w 1836650"/>
                  <a:gd name="connsiteY6" fmla="*/ 595858 h 1265638"/>
                  <a:gd name="connsiteX7" fmla="*/ 29357 w 1836650"/>
                  <a:gd name="connsiteY7" fmla="*/ 104167 h 1265638"/>
                  <a:gd name="connsiteX8" fmla="*/ 133524 w 1836650"/>
                  <a:gd name="connsiteY8" fmla="*/ 0 h 1265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36650" h="1265638">
                    <a:moveTo>
                      <a:pt x="133524" y="0"/>
                    </a:moveTo>
                    <a:lnTo>
                      <a:pt x="1689697" y="2382"/>
                    </a:lnTo>
                    <a:cubicBezTo>
                      <a:pt x="1747227" y="2382"/>
                      <a:pt x="1824531" y="-23650"/>
                      <a:pt x="1834345" y="104167"/>
                    </a:cubicBezTo>
                    <a:cubicBezTo>
                      <a:pt x="1854752" y="369951"/>
                      <a:pt x="1734657" y="937806"/>
                      <a:pt x="1677183" y="1127426"/>
                    </a:cubicBezTo>
                    <a:cubicBezTo>
                      <a:pt x="1619709" y="1317046"/>
                      <a:pt x="1541094" y="1263501"/>
                      <a:pt x="1489501" y="1241885"/>
                    </a:cubicBezTo>
                    <a:cubicBezTo>
                      <a:pt x="984675" y="1024583"/>
                      <a:pt x="396536" y="832668"/>
                      <a:pt x="153179" y="724997"/>
                    </a:cubicBezTo>
                    <a:cubicBezTo>
                      <a:pt x="-90178" y="617326"/>
                      <a:pt x="29356" y="696053"/>
                      <a:pt x="29356" y="595858"/>
                    </a:cubicBezTo>
                    <a:cubicBezTo>
                      <a:pt x="29356" y="431961"/>
                      <a:pt x="29357" y="268064"/>
                      <a:pt x="29357" y="104167"/>
                    </a:cubicBezTo>
                    <a:cubicBezTo>
                      <a:pt x="29357" y="46637"/>
                      <a:pt x="75994" y="0"/>
                      <a:pt x="133524" y="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6975055" y="956990"/>
            <a:ext cx="5216945" cy="4944021"/>
            <a:chOff x="6975055" y="1150839"/>
            <a:chExt cx="5216945" cy="4944021"/>
          </a:xfrm>
        </p:grpSpPr>
        <p:grpSp>
          <p:nvGrpSpPr>
            <p:cNvPr id="10" name="Group 9"/>
            <p:cNvGrpSpPr/>
            <p:nvPr/>
          </p:nvGrpSpPr>
          <p:grpSpPr>
            <a:xfrm>
              <a:off x="7155250" y="3149383"/>
              <a:ext cx="5036750" cy="2945477"/>
              <a:chOff x="7155250" y="3149383"/>
              <a:chExt cx="5036750" cy="2945477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7155611" y="3149383"/>
                <a:ext cx="4588714" cy="538364"/>
                <a:chOff x="827382" y="2445440"/>
                <a:chExt cx="4588714" cy="538364"/>
              </a:xfrm>
            </p:grpSpPr>
            <p:sp>
              <p:nvSpPr>
                <p:cNvPr id="32" name="Rectangle 31"/>
                <p:cNvSpPr/>
                <p:nvPr/>
              </p:nvSpPr>
              <p:spPr>
                <a:xfrm>
                  <a:off x="1643545" y="2514567"/>
                  <a:ext cx="3772551" cy="40011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entury Gothic" panose="020B0502020202020204"/>
                      <a:ea typeface="+mn-ea"/>
                      <a:cs typeface="Arial" panose="020B0604020202020204" pitchFamily="34" charset="0"/>
                    </a:rPr>
                    <a:t>www.rapiddata.com</a:t>
                  </a:r>
                </a:p>
              </p:txBody>
            </p:sp>
            <p:sp>
              <p:nvSpPr>
                <p:cNvPr id="33" name="Freeform 12">
                  <a:extLst>
                    <a:ext uri="{FF2B5EF4-FFF2-40B4-BE49-F238E27FC236}">
                      <a16:creationId xmlns:a16="http://schemas.microsoft.com/office/drawing/2014/main" id="{8AF76933-7E73-422F-95AA-9DE2F0ADDD42}"/>
                    </a:ext>
                  </a:extLst>
                </p:cNvPr>
                <p:cNvSpPr/>
                <p:nvPr/>
              </p:nvSpPr>
              <p:spPr>
                <a:xfrm>
                  <a:off x="827382" y="2445440"/>
                  <a:ext cx="585191" cy="538364"/>
                </a:xfrm>
                <a:custGeom>
                  <a:avLst/>
                  <a:gdLst>
                    <a:gd name="connsiteX0" fmla="*/ 136435 w 264446"/>
                    <a:gd name="connsiteY0" fmla="*/ 55989 h 238602"/>
                    <a:gd name="connsiteX1" fmla="*/ 226352 w 264446"/>
                    <a:gd name="connsiteY1" fmla="*/ 121095 h 238602"/>
                    <a:gd name="connsiteX2" fmla="*/ 224963 w 264446"/>
                    <a:gd name="connsiteY2" fmla="*/ 238602 h 238602"/>
                    <a:gd name="connsiteX3" fmla="*/ 170080 w 264446"/>
                    <a:gd name="connsiteY3" fmla="*/ 238602 h 238602"/>
                    <a:gd name="connsiteX4" fmla="*/ 170080 w 264446"/>
                    <a:gd name="connsiteY4" fmla="*/ 150472 h 238602"/>
                    <a:gd name="connsiteX5" fmla="*/ 101600 w 264446"/>
                    <a:gd name="connsiteY5" fmla="*/ 150472 h 238602"/>
                    <a:gd name="connsiteX6" fmla="*/ 101600 w 264446"/>
                    <a:gd name="connsiteY6" fmla="*/ 238602 h 238602"/>
                    <a:gd name="connsiteX7" fmla="*/ 45327 w 264446"/>
                    <a:gd name="connsiteY7" fmla="*/ 238602 h 238602"/>
                    <a:gd name="connsiteX8" fmla="*/ 45327 w 264446"/>
                    <a:gd name="connsiteY8" fmla="*/ 121095 h 238602"/>
                    <a:gd name="connsiteX9" fmla="*/ 136435 w 264446"/>
                    <a:gd name="connsiteY9" fmla="*/ 55989 h 238602"/>
                    <a:gd name="connsiteX10" fmla="*/ 131746 w 264446"/>
                    <a:gd name="connsiteY10" fmla="*/ 97 h 238602"/>
                    <a:gd name="connsiteX11" fmla="*/ 147956 w 264446"/>
                    <a:gd name="connsiteY11" fmla="*/ 5377 h 238602"/>
                    <a:gd name="connsiteX12" fmla="*/ 257092 w 264446"/>
                    <a:gd name="connsiteY12" fmla="*/ 80448 h 238602"/>
                    <a:gd name="connsiteX13" fmla="*/ 261456 w 264446"/>
                    <a:gd name="connsiteY13" fmla="*/ 104049 h 238602"/>
                    <a:gd name="connsiteX14" fmla="*/ 237855 w 264446"/>
                    <a:gd name="connsiteY14" fmla="*/ 108413 h 238602"/>
                    <a:gd name="connsiteX15" fmla="*/ 133963 w 264446"/>
                    <a:gd name="connsiteY15" fmla="*/ 36948 h 238602"/>
                    <a:gd name="connsiteX16" fmla="*/ 26794 w 264446"/>
                    <a:gd name="connsiteY16" fmla="*/ 113007 h 238602"/>
                    <a:gd name="connsiteX17" fmla="*/ 3132 w 264446"/>
                    <a:gd name="connsiteY17" fmla="*/ 108989 h 238602"/>
                    <a:gd name="connsiteX18" fmla="*/ 7150 w 264446"/>
                    <a:gd name="connsiteY18" fmla="*/ 85327 h 238602"/>
                    <a:gd name="connsiteX19" fmla="*/ 118892 w 264446"/>
                    <a:gd name="connsiteY19" fmla="*/ 6022 h 238602"/>
                    <a:gd name="connsiteX20" fmla="*/ 118905 w 264446"/>
                    <a:gd name="connsiteY20" fmla="*/ 5992 h 238602"/>
                    <a:gd name="connsiteX21" fmla="*/ 131746 w 264446"/>
                    <a:gd name="connsiteY21" fmla="*/ 97 h 238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64446" h="238602">
                      <a:moveTo>
                        <a:pt x="136435" y="55989"/>
                      </a:moveTo>
                      <a:lnTo>
                        <a:pt x="226352" y="121095"/>
                      </a:lnTo>
                      <a:lnTo>
                        <a:pt x="224963" y="238602"/>
                      </a:lnTo>
                      <a:lnTo>
                        <a:pt x="170080" y="238602"/>
                      </a:lnTo>
                      <a:lnTo>
                        <a:pt x="170080" y="150472"/>
                      </a:lnTo>
                      <a:lnTo>
                        <a:pt x="101600" y="150472"/>
                      </a:lnTo>
                      <a:lnTo>
                        <a:pt x="101600" y="238602"/>
                      </a:lnTo>
                      <a:lnTo>
                        <a:pt x="45327" y="238602"/>
                      </a:lnTo>
                      <a:lnTo>
                        <a:pt x="45327" y="121095"/>
                      </a:lnTo>
                      <a:cubicBezTo>
                        <a:pt x="76689" y="96879"/>
                        <a:pt x="112616" y="73457"/>
                        <a:pt x="136435" y="55989"/>
                      </a:cubicBezTo>
                      <a:close/>
                      <a:moveTo>
                        <a:pt x="131746" y="97"/>
                      </a:moveTo>
                      <a:cubicBezTo>
                        <a:pt x="136195" y="-403"/>
                        <a:pt x="141204" y="959"/>
                        <a:pt x="147956" y="5377"/>
                      </a:cubicBezTo>
                      <a:lnTo>
                        <a:pt x="257092" y="80448"/>
                      </a:lnTo>
                      <a:cubicBezTo>
                        <a:pt x="264814" y="85760"/>
                        <a:pt x="266768" y="96327"/>
                        <a:pt x="261456" y="104049"/>
                      </a:cubicBezTo>
                      <a:cubicBezTo>
                        <a:pt x="256144" y="111771"/>
                        <a:pt x="245578" y="113725"/>
                        <a:pt x="237855" y="108413"/>
                      </a:cubicBezTo>
                      <a:lnTo>
                        <a:pt x="133963" y="36948"/>
                      </a:lnTo>
                      <a:lnTo>
                        <a:pt x="26794" y="113007"/>
                      </a:lnTo>
                      <a:cubicBezTo>
                        <a:pt x="19151" y="118431"/>
                        <a:pt x="8557" y="116633"/>
                        <a:pt x="3132" y="108989"/>
                      </a:cubicBezTo>
                      <a:cubicBezTo>
                        <a:pt x="-2292" y="101346"/>
                        <a:pt x="-494" y="90752"/>
                        <a:pt x="7150" y="85327"/>
                      </a:cubicBezTo>
                      <a:lnTo>
                        <a:pt x="118892" y="6022"/>
                      </a:lnTo>
                      <a:cubicBezTo>
                        <a:pt x="118896" y="6012"/>
                        <a:pt x="118900" y="6002"/>
                        <a:pt x="118905" y="5992"/>
                      </a:cubicBezTo>
                      <a:cubicBezTo>
                        <a:pt x="123411" y="2961"/>
                        <a:pt x="127298" y="598"/>
                        <a:pt x="131746" y="9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6" name="Group 25"/>
              <p:cNvGrpSpPr/>
              <p:nvPr/>
            </p:nvGrpSpPr>
            <p:grpSpPr>
              <a:xfrm>
                <a:off x="7185867" y="4271965"/>
                <a:ext cx="3169081" cy="646331"/>
                <a:chOff x="857638" y="4239308"/>
                <a:chExt cx="3169081" cy="646331"/>
              </a:xfrm>
            </p:grpSpPr>
            <p:sp>
              <p:nvSpPr>
                <p:cNvPr id="30" name="Rectangle 29"/>
                <p:cNvSpPr/>
                <p:nvPr/>
              </p:nvSpPr>
              <p:spPr>
                <a:xfrm>
                  <a:off x="1603442" y="4239308"/>
                  <a:ext cx="2423277" cy="646331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entury Gothic" panose="020B0502020202020204"/>
                      <a:ea typeface="+mn-ea"/>
                      <a:cs typeface="Arial" panose="020B0604020202020204" pitchFamily="34" charset="0"/>
                    </a:rPr>
                    <a:t>Contact Numbers</a:t>
                  </a: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entury Gothic" panose="020B0502020202020204"/>
                      <a:ea typeface="+mn-ea"/>
                      <a:cs typeface="Arial" panose="020B0604020202020204" pitchFamily="34" charset="0"/>
                    </a:rPr>
                    <a:t>: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114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entury Gothic" panose="020B0502020202020204"/>
                      <a:ea typeface="+mn-ea"/>
                      <a:cs typeface="Calibri"/>
                    </a:rPr>
                    <a:t>+</a:t>
                  </a: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entury Gothic" panose="020B0502020202020204"/>
                      <a:ea typeface="+mn-ea"/>
                      <a:cs typeface="+mn-cs"/>
                    </a:rPr>
                    <a:t>971 55 </a:t>
                  </a:r>
                  <a:r>
                    <a:rPr lang="en-US" sz="1600" kern="1200" dirty="0">
                      <a:solidFill>
                        <a:srgbClr val="000000"/>
                      </a:solidFill>
                      <a:latin typeface="Century Gothic" panose="020B0502020202020204"/>
                      <a:ea typeface="+mn-ea"/>
                      <a:cs typeface="+mn-cs"/>
                    </a:rPr>
                    <a:t>2981433</a:t>
                  </a: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id="{7B54BEB1-E7A1-40EB-B53C-CDE0897252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7638" y="4278922"/>
                  <a:ext cx="524681" cy="567102"/>
                </a:xfrm>
                <a:custGeom>
                  <a:avLst/>
                  <a:gdLst>
                    <a:gd name="connsiteX0" fmla="*/ 635731 w 2840325"/>
                    <a:gd name="connsiteY0" fmla="*/ 0 h 2761002"/>
                    <a:gd name="connsiteX1" fmla="*/ 729847 w 2840325"/>
                    <a:gd name="connsiteY1" fmla="*/ 3774 h 2761002"/>
                    <a:gd name="connsiteX2" fmla="*/ 1173306 w 2840325"/>
                    <a:gd name="connsiteY2" fmla="*/ 727041 h 2761002"/>
                    <a:gd name="connsiteX3" fmla="*/ 1154081 w 2840325"/>
                    <a:gd name="connsiteY3" fmla="*/ 759764 h 2761002"/>
                    <a:gd name="connsiteX4" fmla="*/ 697279 w 2840325"/>
                    <a:gd name="connsiteY4" fmla="*/ 987452 h 2761002"/>
                    <a:gd name="connsiteX5" fmla="*/ 1805584 w 2840325"/>
                    <a:gd name="connsiteY5" fmla="*/ 2170143 h 2761002"/>
                    <a:gd name="connsiteX6" fmla="*/ 2031669 w 2840325"/>
                    <a:gd name="connsiteY6" fmla="*/ 1788252 h 2761002"/>
                    <a:gd name="connsiteX7" fmla="*/ 2815144 w 2840325"/>
                    <a:gd name="connsiteY7" fmla="*/ 2141835 h 2761002"/>
                    <a:gd name="connsiteX8" fmla="*/ 2259643 w 2840325"/>
                    <a:gd name="connsiteY8" fmla="*/ 2681871 h 2761002"/>
                    <a:gd name="connsiteX9" fmla="*/ 185214 w 2840325"/>
                    <a:gd name="connsiteY9" fmla="*/ 538873 h 2761002"/>
                    <a:gd name="connsiteX10" fmla="*/ 635731 w 2840325"/>
                    <a:gd name="connsiteY10" fmla="*/ 0 h 2761002"/>
                    <a:gd name="connsiteX0" fmla="*/ 634951 w 2840042"/>
                    <a:gd name="connsiteY0" fmla="*/ 0 h 2779288"/>
                    <a:gd name="connsiteX1" fmla="*/ 729067 w 2840042"/>
                    <a:gd name="connsiteY1" fmla="*/ 3774 h 2779288"/>
                    <a:gd name="connsiteX2" fmla="*/ 1172526 w 2840042"/>
                    <a:gd name="connsiteY2" fmla="*/ 727041 h 2779288"/>
                    <a:gd name="connsiteX3" fmla="*/ 1153301 w 2840042"/>
                    <a:gd name="connsiteY3" fmla="*/ 759764 h 2779288"/>
                    <a:gd name="connsiteX4" fmla="*/ 696499 w 2840042"/>
                    <a:gd name="connsiteY4" fmla="*/ 987452 h 2779288"/>
                    <a:gd name="connsiteX5" fmla="*/ 1804804 w 2840042"/>
                    <a:gd name="connsiteY5" fmla="*/ 2170143 h 2779288"/>
                    <a:gd name="connsiteX6" fmla="*/ 2030889 w 2840042"/>
                    <a:gd name="connsiteY6" fmla="*/ 1788252 h 2779288"/>
                    <a:gd name="connsiteX7" fmla="*/ 2814364 w 2840042"/>
                    <a:gd name="connsiteY7" fmla="*/ 2141835 h 2779288"/>
                    <a:gd name="connsiteX8" fmla="*/ 2268388 w 2840042"/>
                    <a:gd name="connsiteY8" fmla="*/ 2700921 h 2779288"/>
                    <a:gd name="connsiteX9" fmla="*/ 184434 w 2840042"/>
                    <a:gd name="connsiteY9" fmla="*/ 538873 h 2779288"/>
                    <a:gd name="connsiteX10" fmla="*/ 634951 w 2840042"/>
                    <a:gd name="connsiteY10" fmla="*/ 0 h 2779288"/>
                    <a:gd name="connsiteX0" fmla="*/ 634951 w 2841036"/>
                    <a:gd name="connsiteY0" fmla="*/ 0 h 2779288"/>
                    <a:gd name="connsiteX1" fmla="*/ 729067 w 2841036"/>
                    <a:gd name="connsiteY1" fmla="*/ 3774 h 2779288"/>
                    <a:gd name="connsiteX2" fmla="*/ 1172526 w 2841036"/>
                    <a:gd name="connsiteY2" fmla="*/ 727041 h 2779288"/>
                    <a:gd name="connsiteX3" fmla="*/ 1153301 w 2841036"/>
                    <a:gd name="connsiteY3" fmla="*/ 759764 h 2779288"/>
                    <a:gd name="connsiteX4" fmla="*/ 696499 w 2841036"/>
                    <a:gd name="connsiteY4" fmla="*/ 987452 h 2779288"/>
                    <a:gd name="connsiteX5" fmla="*/ 1804804 w 2841036"/>
                    <a:gd name="connsiteY5" fmla="*/ 2170143 h 2779288"/>
                    <a:gd name="connsiteX6" fmla="*/ 2030889 w 2841036"/>
                    <a:gd name="connsiteY6" fmla="*/ 1788252 h 2779288"/>
                    <a:gd name="connsiteX7" fmla="*/ 2814364 w 2841036"/>
                    <a:gd name="connsiteY7" fmla="*/ 2141835 h 2779288"/>
                    <a:gd name="connsiteX8" fmla="*/ 2268388 w 2841036"/>
                    <a:gd name="connsiteY8" fmla="*/ 2700921 h 2779288"/>
                    <a:gd name="connsiteX9" fmla="*/ 184434 w 2841036"/>
                    <a:gd name="connsiteY9" fmla="*/ 538873 h 2779288"/>
                    <a:gd name="connsiteX10" fmla="*/ 634951 w 2841036"/>
                    <a:gd name="connsiteY10" fmla="*/ 0 h 2779288"/>
                    <a:gd name="connsiteX0" fmla="*/ 634951 w 2839113"/>
                    <a:gd name="connsiteY0" fmla="*/ 0 h 2779288"/>
                    <a:gd name="connsiteX1" fmla="*/ 729067 w 2839113"/>
                    <a:gd name="connsiteY1" fmla="*/ 3774 h 2779288"/>
                    <a:gd name="connsiteX2" fmla="*/ 1172526 w 2839113"/>
                    <a:gd name="connsiteY2" fmla="*/ 727041 h 2779288"/>
                    <a:gd name="connsiteX3" fmla="*/ 1153301 w 2839113"/>
                    <a:gd name="connsiteY3" fmla="*/ 759764 h 2779288"/>
                    <a:gd name="connsiteX4" fmla="*/ 696499 w 2839113"/>
                    <a:gd name="connsiteY4" fmla="*/ 987452 h 2779288"/>
                    <a:gd name="connsiteX5" fmla="*/ 1804804 w 2839113"/>
                    <a:gd name="connsiteY5" fmla="*/ 2170143 h 2779288"/>
                    <a:gd name="connsiteX6" fmla="*/ 2030889 w 2839113"/>
                    <a:gd name="connsiteY6" fmla="*/ 1788252 h 2779288"/>
                    <a:gd name="connsiteX7" fmla="*/ 2814364 w 2839113"/>
                    <a:gd name="connsiteY7" fmla="*/ 2141835 h 2779288"/>
                    <a:gd name="connsiteX8" fmla="*/ 2268388 w 2839113"/>
                    <a:gd name="connsiteY8" fmla="*/ 2700921 h 2779288"/>
                    <a:gd name="connsiteX9" fmla="*/ 184434 w 2839113"/>
                    <a:gd name="connsiteY9" fmla="*/ 538873 h 2779288"/>
                    <a:gd name="connsiteX10" fmla="*/ 634951 w 2839113"/>
                    <a:gd name="connsiteY10" fmla="*/ 0 h 2779288"/>
                    <a:gd name="connsiteX0" fmla="*/ 634951 w 2839113"/>
                    <a:gd name="connsiteY0" fmla="*/ 0 h 2779288"/>
                    <a:gd name="connsiteX1" fmla="*/ 729067 w 2839113"/>
                    <a:gd name="connsiteY1" fmla="*/ 3774 h 2779288"/>
                    <a:gd name="connsiteX2" fmla="*/ 1172526 w 2839113"/>
                    <a:gd name="connsiteY2" fmla="*/ 727041 h 2779288"/>
                    <a:gd name="connsiteX3" fmla="*/ 696499 w 2839113"/>
                    <a:gd name="connsiteY3" fmla="*/ 987452 h 2779288"/>
                    <a:gd name="connsiteX4" fmla="*/ 1804804 w 2839113"/>
                    <a:gd name="connsiteY4" fmla="*/ 2170143 h 2779288"/>
                    <a:gd name="connsiteX5" fmla="*/ 2030889 w 2839113"/>
                    <a:gd name="connsiteY5" fmla="*/ 1788252 h 2779288"/>
                    <a:gd name="connsiteX6" fmla="*/ 2814364 w 2839113"/>
                    <a:gd name="connsiteY6" fmla="*/ 2141835 h 2779288"/>
                    <a:gd name="connsiteX7" fmla="*/ 2268388 w 2839113"/>
                    <a:gd name="connsiteY7" fmla="*/ 2700921 h 2779288"/>
                    <a:gd name="connsiteX8" fmla="*/ 184434 w 2839113"/>
                    <a:gd name="connsiteY8" fmla="*/ 538873 h 2779288"/>
                    <a:gd name="connsiteX9" fmla="*/ 634951 w 2839113"/>
                    <a:gd name="connsiteY9" fmla="*/ 0 h 2779288"/>
                    <a:gd name="connsiteX0" fmla="*/ 634951 w 2839113"/>
                    <a:gd name="connsiteY0" fmla="*/ 0 h 2779288"/>
                    <a:gd name="connsiteX1" fmla="*/ 729067 w 2839113"/>
                    <a:gd name="connsiteY1" fmla="*/ 3774 h 2779288"/>
                    <a:gd name="connsiteX2" fmla="*/ 1172526 w 2839113"/>
                    <a:gd name="connsiteY2" fmla="*/ 727041 h 2779288"/>
                    <a:gd name="connsiteX3" fmla="*/ 696499 w 2839113"/>
                    <a:gd name="connsiteY3" fmla="*/ 987452 h 2779288"/>
                    <a:gd name="connsiteX4" fmla="*/ 1804804 w 2839113"/>
                    <a:gd name="connsiteY4" fmla="*/ 2170143 h 2779288"/>
                    <a:gd name="connsiteX5" fmla="*/ 2030889 w 2839113"/>
                    <a:gd name="connsiteY5" fmla="*/ 1788252 h 2779288"/>
                    <a:gd name="connsiteX6" fmla="*/ 2814364 w 2839113"/>
                    <a:gd name="connsiteY6" fmla="*/ 2141835 h 2779288"/>
                    <a:gd name="connsiteX7" fmla="*/ 2268388 w 2839113"/>
                    <a:gd name="connsiteY7" fmla="*/ 2700921 h 2779288"/>
                    <a:gd name="connsiteX8" fmla="*/ 184434 w 2839113"/>
                    <a:gd name="connsiteY8" fmla="*/ 538873 h 2779288"/>
                    <a:gd name="connsiteX9" fmla="*/ 634951 w 2839113"/>
                    <a:gd name="connsiteY9" fmla="*/ 0 h 2779288"/>
                    <a:gd name="connsiteX0" fmla="*/ 634951 w 2839113"/>
                    <a:gd name="connsiteY0" fmla="*/ 0 h 2779288"/>
                    <a:gd name="connsiteX1" fmla="*/ 729067 w 2839113"/>
                    <a:gd name="connsiteY1" fmla="*/ 3774 h 2779288"/>
                    <a:gd name="connsiteX2" fmla="*/ 1172526 w 2839113"/>
                    <a:gd name="connsiteY2" fmla="*/ 727041 h 2779288"/>
                    <a:gd name="connsiteX3" fmla="*/ 696499 w 2839113"/>
                    <a:gd name="connsiteY3" fmla="*/ 987452 h 2779288"/>
                    <a:gd name="connsiteX4" fmla="*/ 1804804 w 2839113"/>
                    <a:gd name="connsiteY4" fmla="*/ 2170143 h 2779288"/>
                    <a:gd name="connsiteX5" fmla="*/ 2030889 w 2839113"/>
                    <a:gd name="connsiteY5" fmla="*/ 1788252 h 2779288"/>
                    <a:gd name="connsiteX6" fmla="*/ 2814364 w 2839113"/>
                    <a:gd name="connsiteY6" fmla="*/ 2141835 h 2779288"/>
                    <a:gd name="connsiteX7" fmla="*/ 2268388 w 2839113"/>
                    <a:gd name="connsiteY7" fmla="*/ 2700921 h 2779288"/>
                    <a:gd name="connsiteX8" fmla="*/ 184434 w 2839113"/>
                    <a:gd name="connsiteY8" fmla="*/ 538873 h 2779288"/>
                    <a:gd name="connsiteX9" fmla="*/ 634951 w 2839113"/>
                    <a:gd name="connsiteY9" fmla="*/ 0 h 2779288"/>
                    <a:gd name="connsiteX0" fmla="*/ 634951 w 2839113"/>
                    <a:gd name="connsiteY0" fmla="*/ 0 h 2779288"/>
                    <a:gd name="connsiteX1" fmla="*/ 729067 w 2839113"/>
                    <a:gd name="connsiteY1" fmla="*/ 3774 h 2779288"/>
                    <a:gd name="connsiteX2" fmla="*/ 1172526 w 2839113"/>
                    <a:gd name="connsiteY2" fmla="*/ 727041 h 2779288"/>
                    <a:gd name="connsiteX3" fmla="*/ 696499 w 2839113"/>
                    <a:gd name="connsiteY3" fmla="*/ 987452 h 2779288"/>
                    <a:gd name="connsiteX4" fmla="*/ 1804804 w 2839113"/>
                    <a:gd name="connsiteY4" fmla="*/ 2170143 h 2779288"/>
                    <a:gd name="connsiteX5" fmla="*/ 2030889 w 2839113"/>
                    <a:gd name="connsiteY5" fmla="*/ 1788252 h 2779288"/>
                    <a:gd name="connsiteX6" fmla="*/ 2814364 w 2839113"/>
                    <a:gd name="connsiteY6" fmla="*/ 2141835 h 2779288"/>
                    <a:gd name="connsiteX7" fmla="*/ 2268388 w 2839113"/>
                    <a:gd name="connsiteY7" fmla="*/ 2700921 h 2779288"/>
                    <a:gd name="connsiteX8" fmla="*/ 184434 w 2839113"/>
                    <a:gd name="connsiteY8" fmla="*/ 538873 h 2779288"/>
                    <a:gd name="connsiteX9" fmla="*/ 634951 w 2839113"/>
                    <a:gd name="connsiteY9" fmla="*/ 0 h 2779288"/>
                    <a:gd name="connsiteX0" fmla="*/ 634951 w 2839113"/>
                    <a:gd name="connsiteY0" fmla="*/ 0 h 2779288"/>
                    <a:gd name="connsiteX1" fmla="*/ 1172526 w 2839113"/>
                    <a:gd name="connsiteY1" fmla="*/ 727041 h 2779288"/>
                    <a:gd name="connsiteX2" fmla="*/ 696499 w 2839113"/>
                    <a:gd name="connsiteY2" fmla="*/ 987452 h 2779288"/>
                    <a:gd name="connsiteX3" fmla="*/ 1804804 w 2839113"/>
                    <a:gd name="connsiteY3" fmla="*/ 2170143 h 2779288"/>
                    <a:gd name="connsiteX4" fmla="*/ 2030889 w 2839113"/>
                    <a:gd name="connsiteY4" fmla="*/ 1788252 h 2779288"/>
                    <a:gd name="connsiteX5" fmla="*/ 2814364 w 2839113"/>
                    <a:gd name="connsiteY5" fmla="*/ 2141835 h 2779288"/>
                    <a:gd name="connsiteX6" fmla="*/ 2268388 w 2839113"/>
                    <a:gd name="connsiteY6" fmla="*/ 2700921 h 2779288"/>
                    <a:gd name="connsiteX7" fmla="*/ 184434 w 2839113"/>
                    <a:gd name="connsiteY7" fmla="*/ 538873 h 2779288"/>
                    <a:gd name="connsiteX8" fmla="*/ 634951 w 2839113"/>
                    <a:gd name="connsiteY8" fmla="*/ 0 h 2779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39113" h="2779288">
                      <a:moveTo>
                        <a:pt x="634951" y="0"/>
                      </a:moveTo>
                      <a:lnTo>
                        <a:pt x="1172526" y="727041"/>
                      </a:lnTo>
                      <a:cubicBezTo>
                        <a:pt x="1061475" y="975770"/>
                        <a:pt x="874225" y="1005423"/>
                        <a:pt x="696499" y="987452"/>
                      </a:cubicBezTo>
                      <a:cubicBezTo>
                        <a:pt x="251073" y="1846230"/>
                        <a:pt x="1559023" y="2431995"/>
                        <a:pt x="1804804" y="2170143"/>
                      </a:cubicBezTo>
                      <a:cubicBezTo>
                        <a:pt x="1811009" y="1988316"/>
                        <a:pt x="1835290" y="1864195"/>
                        <a:pt x="2030889" y="1788252"/>
                      </a:cubicBezTo>
                      <a:lnTo>
                        <a:pt x="2814364" y="2141835"/>
                      </a:lnTo>
                      <a:cubicBezTo>
                        <a:pt x="2940357" y="2610284"/>
                        <a:pt x="2558789" y="2740386"/>
                        <a:pt x="2268388" y="2700921"/>
                      </a:cubicBezTo>
                      <a:cubicBezTo>
                        <a:pt x="1034091" y="3148684"/>
                        <a:pt x="-543194" y="1577028"/>
                        <a:pt x="184434" y="538873"/>
                      </a:cubicBezTo>
                      <a:cubicBezTo>
                        <a:pt x="195816" y="545508"/>
                        <a:pt x="49512" y="10994"/>
                        <a:pt x="63495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0">
                  <a:noFill/>
                  <a:prstDash val="solid"/>
                  <a:round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7155250" y="5448529"/>
                <a:ext cx="5036750" cy="646331"/>
                <a:chOff x="827021" y="5782358"/>
                <a:chExt cx="5036750" cy="646331"/>
              </a:xfrm>
            </p:grpSpPr>
            <p:sp>
              <p:nvSpPr>
                <p:cNvPr id="28" name="Rectangle 27"/>
                <p:cNvSpPr/>
                <p:nvPr/>
              </p:nvSpPr>
              <p:spPr>
                <a:xfrm>
                  <a:off x="1653141" y="5782358"/>
                  <a:ext cx="4210630" cy="646331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entury Gothic" panose="020B0502020202020204"/>
                      <a:ea typeface="+mn-ea"/>
                      <a:cs typeface="Arial" panose="020B0604020202020204" pitchFamily="34" charset="0"/>
                    </a:rPr>
                    <a:t>Email Address: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entury Gothic" panose="020B0502020202020204"/>
                      <a:ea typeface="+mn-ea"/>
                      <a:cs typeface="Arial" panose="020B0604020202020204" pitchFamily="34" charset="0"/>
                    </a:rPr>
                    <a:t>raja.mohanasundaram@rapiddata.com</a:t>
                  </a:r>
                </a:p>
              </p:txBody>
            </p:sp>
            <p:sp>
              <p:nvSpPr>
                <p:cNvPr id="29" name="Freeform 8">
                  <a:extLst>
                    <a:ext uri="{FF2B5EF4-FFF2-40B4-BE49-F238E27FC236}">
                      <a16:creationId xmlns:a16="http://schemas.microsoft.com/office/drawing/2014/main" id="{ADE771BC-BD54-43FD-B42A-18D00674E742}"/>
                    </a:ext>
                  </a:extLst>
                </p:cNvPr>
                <p:cNvSpPr/>
                <p:nvPr/>
              </p:nvSpPr>
              <p:spPr>
                <a:xfrm>
                  <a:off x="827021" y="5839717"/>
                  <a:ext cx="585920" cy="531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10" h="214759">
                      <a:moveTo>
                        <a:pt x="110616" y="0"/>
                      </a:moveTo>
                      <a:cubicBezTo>
                        <a:pt x="129071" y="0"/>
                        <a:pt x="145647" y="3776"/>
                        <a:pt x="160343" y="11329"/>
                      </a:cubicBezTo>
                      <a:cubicBezTo>
                        <a:pt x="175040" y="18882"/>
                        <a:pt x="186630" y="30137"/>
                        <a:pt x="195113" y="45095"/>
                      </a:cubicBezTo>
                      <a:cubicBezTo>
                        <a:pt x="202331" y="57968"/>
                        <a:pt x="205940" y="71958"/>
                        <a:pt x="205940" y="87064"/>
                      </a:cubicBezTo>
                      <a:cubicBezTo>
                        <a:pt x="205940" y="108644"/>
                        <a:pt x="198350" y="127806"/>
                        <a:pt x="183170" y="144549"/>
                      </a:cubicBezTo>
                      <a:cubicBezTo>
                        <a:pt x="169626" y="159581"/>
                        <a:pt x="154818" y="167097"/>
                        <a:pt x="138745" y="167097"/>
                      </a:cubicBezTo>
                      <a:cubicBezTo>
                        <a:pt x="133610" y="167097"/>
                        <a:pt x="129461" y="166315"/>
                        <a:pt x="126299" y="164753"/>
                      </a:cubicBezTo>
                      <a:cubicBezTo>
                        <a:pt x="123136" y="163190"/>
                        <a:pt x="120811" y="160957"/>
                        <a:pt x="119323" y="158055"/>
                      </a:cubicBezTo>
                      <a:cubicBezTo>
                        <a:pt x="118355" y="156195"/>
                        <a:pt x="117648" y="152995"/>
                        <a:pt x="117202" y="148456"/>
                      </a:cubicBezTo>
                      <a:cubicBezTo>
                        <a:pt x="112365" y="154037"/>
                        <a:pt x="106951" y="158520"/>
                        <a:pt x="100961" y="161906"/>
                      </a:cubicBezTo>
                      <a:cubicBezTo>
                        <a:pt x="94971" y="165292"/>
                        <a:pt x="88962" y="166985"/>
                        <a:pt x="82934" y="166985"/>
                      </a:cubicBezTo>
                      <a:cubicBezTo>
                        <a:pt x="76311" y="166985"/>
                        <a:pt x="69874" y="165050"/>
                        <a:pt x="63624" y="161181"/>
                      </a:cubicBezTo>
                      <a:cubicBezTo>
                        <a:pt x="57373" y="157311"/>
                        <a:pt x="52294" y="151358"/>
                        <a:pt x="48387" y="143321"/>
                      </a:cubicBezTo>
                      <a:cubicBezTo>
                        <a:pt x="44481" y="135285"/>
                        <a:pt x="42527" y="126466"/>
                        <a:pt x="42527" y="116867"/>
                      </a:cubicBezTo>
                      <a:cubicBezTo>
                        <a:pt x="42527" y="105035"/>
                        <a:pt x="45560" y="93185"/>
                        <a:pt x="51624" y="81316"/>
                      </a:cubicBezTo>
                      <a:cubicBezTo>
                        <a:pt x="57689" y="69447"/>
                        <a:pt x="65224" y="60536"/>
                        <a:pt x="74228" y="54582"/>
                      </a:cubicBezTo>
                      <a:cubicBezTo>
                        <a:pt x="83232" y="48629"/>
                        <a:pt x="91975" y="45653"/>
                        <a:pt x="100459" y="45653"/>
                      </a:cubicBezTo>
                      <a:cubicBezTo>
                        <a:pt x="106933" y="45653"/>
                        <a:pt x="113109" y="47346"/>
                        <a:pt x="118988" y="50732"/>
                      </a:cubicBezTo>
                      <a:cubicBezTo>
                        <a:pt x="124866" y="54117"/>
                        <a:pt x="129927" y="59271"/>
                        <a:pt x="134168" y="66191"/>
                      </a:cubicBezTo>
                      <a:lnTo>
                        <a:pt x="137963" y="48890"/>
                      </a:lnTo>
                      <a:lnTo>
                        <a:pt x="157943" y="48890"/>
                      </a:lnTo>
                      <a:lnTo>
                        <a:pt x="141870" y="123788"/>
                      </a:lnTo>
                      <a:cubicBezTo>
                        <a:pt x="139638" y="134206"/>
                        <a:pt x="138521" y="139973"/>
                        <a:pt x="138521" y="141089"/>
                      </a:cubicBezTo>
                      <a:cubicBezTo>
                        <a:pt x="138521" y="143098"/>
                        <a:pt x="139284" y="144828"/>
                        <a:pt x="140810" y="146279"/>
                      </a:cubicBezTo>
                      <a:cubicBezTo>
                        <a:pt x="142335" y="147730"/>
                        <a:pt x="144177" y="148456"/>
                        <a:pt x="146335" y="148456"/>
                      </a:cubicBezTo>
                      <a:cubicBezTo>
                        <a:pt x="150279" y="148456"/>
                        <a:pt x="155451" y="146186"/>
                        <a:pt x="161850" y="141647"/>
                      </a:cubicBezTo>
                      <a:cubicBezTo>
                        <a:pt x="170333" y="135694"/>
                        <a:pt x="177049" y="127713"/>
                        <a:pt x="181998" y="117704"/>
                      </a:cubicBezTo>
                      <a:cubicBezTo>
                        <a:pt x="186946" y="107696"/>
                        <a:pt x="189421" y="97371"/>
                        <a:pt x="189421" y="86729"/>
                      </a:cubicBezTo>
                      <a:cubicBezTo>
                        <a:pt x="189421" y="74302"/>
                        <a:pt x="186239" y="62694"/>
                        <a:pt x="179877" y="51904"/>
                      </a:cubicBezTo>
                      <a:cubicBezTo>
                        <a:pt x="173515" y="41114"/>
                        <a:pt x="164027" y="32482"/>
                        <a:pt x="151414" y="26007"/>
                      </a:cubicBezTo>
                      <a:cubicBezTo>
                        <a:pt x="138800" y="19533"/>
                        <a:pt x="124866" y="16296"/>
                        <a:pt x="109611" y="16296"/>
                      </a:cubicBezTo>
                      <a:cubicBezTo>
                        <a:pt x="92199" y="16296"/>
                        <a:pt x="76293" y="20371"/>
                        <a:pt x="61893" y="28519"/>
                      </a:cubicBezTo>
                      <a:cubicBezTo>
                        <a:pt x="47494" y="36667"/>
                        <a:pt x="36332" y="48350"/>
                        <a:pt x="28407" y="63568"/>
                      </a:cubicBezTo>
                      <a:cubicBezTo>
                        <a:pt x="20482" y="78786"/>
                        <a:pt x="16519" y="95101"/>
                        <a:pt x="16519" y="112514"/>
                      </a:cubicBezTo>
                      <a:cubicBezTo>
                        <a:pt x="16519" y="130745"/>
                        <a:pt x="20482" y="146447"/>
                        <a:pt x="28407" y="159618"/>
                      </a:cubicBezTo>
                      <a:cubicBezTo>
                        <a:pt x="36332" y="172789"/>
                        <a:pt x="47792" y="182519"/>
                        <a:pt x="62786" y="188807"/>
                      </a:cubicBezTo>
                      <a:cubicBezTo>
                        <a:pt x="77781" y="195095"/>
                        <a:pt x="94394" y="198239"/>
                        <a:pt x="112625" y="198239"/>
                      </a:cubicBezTo>
                      <a:cubicBezTo>
                        <a:pt x="132122" y="198239"/>
                        <a:pt x="148456" y="194965"/>
                        <a:pt x="161627" y="188416"/>
                      </a:cubicBezTo>
                      <a:cubicBezTo>
                        <a:pt x="174798" y="181868"/>
                        <a:pt x="184658" y="173905"/>
                        <a:pt x="191207" y="164529"/>
                      </a:cubicBezTo>
                      <a:lnTo>
                        <a:pt x="211410" y="164529"/>
                      </a:lnTo>
                      <a:cubicBezTo>
                        <a:pt x="207615" y="172343"/>
                        <a:pt x="201104" y="180305"/>
                        <a:pt x="191876" y="188416"/>
                      </a:cubicBezTo>
                      <a:cubicBezTo>
                        <a:pt x="182649" y="196527"/>
                        <a:pt x="171673" y="202946"/>
                        <a:pt x="158948" y="207671"/>
                      </a:cubicBezTo>
                      <a:cubicBezTo>
                        <a:pt x="146223" y="212396"/>
                        <a:pt x="130894" y="214759"/>
                        <a:pt x="112960" y="214759"/>
                      </a:cubicBezTo>
                      <a:cubicBezTo>
                        <a:pt x="96440" y="214759"/>
                        <a:pt x="81204" y="212638"/>
                        <a:pt x="67251" y="208396"/>
                      </a:cubicBezTo>
                      <a:cubicBezTo>
                        <a:pt x="53299" y="204155"/>
                        <a:pt x="41411" y="197774"/>
                        <a:pt x="31588" y="189253"/>
                      </a:cubicBezTo>
                      <a:cubicBezTo>
                        <a:pt x="21766" y="180733"/>
                        <a:pt x="14361" y="170929"/>
                        <a:pt x="9376" y="159841"/>
                      </a:cubicBezTo>
                      <a:cubicBezTo>
                        <a:pt x="3125" y="145777"/>
                        <a:pt x="0" y="130596"/>
                        <a:pt x="0" y="114300"/>
                      </a:cubicBezTo>
                      <a:cubicBezTo>
                        <a:pt x="0" y="96143"/>
                        <a:pt x="3720" y="78841"/>
                        <a:pt x="11162" y="62396"/>
                      </a:cubicBezTo>
                      <a:cubicBezTo>
                        <a:pt x="20240" y="42230"/>
                        <a:pt x="33132" y="26789"/>
                        <a:pt x="49838" y="16073"/>
                      </a:cubicBezTo>
                      <a:cubicBezTo>
                        <a:pt x="66544" y="5358"/>
                        <a:pt x="86804" y="0"/>
                        <a:pt x="110616" y="0"/>
                      </a:cubicBezTo>
                      <a:close/>
                      <a:moveTo>
                        <a:pt x="101910" y="62284"/>
                      </a:moveTo>
                      <a:cubicBezTo>
                        <a:pt x="97147" y="62284"/>
                        <a:pt x="92664" y="63494"/>
                        <a:pt x="88459" y="65912"/>
                      </a:cubicBezTo>
                      <a:cubicBezTo>
                        <a:pt x="84255" y="68331"/>
                        <a:pt x="80181" y="72219"/>
                        <a:pt x="76237" y="77576"/>
                      </a:cubicBezTo>
                      <a:cubicBezTo>
                        <a:pt x="72293" y="82934"/>
                        <a:pt x="69130" y="89445"/>
                        <a:pt x="66749" y="97110"/>
                      </a:cubicBezTo>
                      <a:cubicBezTo>
                        <a:pt x="64368" y="104775"/>
                        <a:pt x="63177" y="111807"/>
                        <a:pt x="63177" y="118207"/>
                      </a:cubicBezTo>
                      <a:cubicBezTo>
                        <a:pt x="63177" y="128401"/>
                        <a:pt x="65596" y="136326"/>
                        <a:pt x="70432" y="141982"/>
                      </a:cubicBezTo>
                      <a:cubicBezTo>
                        <a:pt x="75269" y="147637"/>
                        <a:pt x="80813" y="150465"/>
                        <a:pt x="87064" y="150465"/>
                      </a:cubicBezTo>
                      <a:cubicBezTo>
                        <a:pt x="91231" y="150465"/>
                        <a:pt x="95622" y="149219"/>
                        <a:pt x="100235" y="146726"/>
                      </a:cubicBezTo>
                      <a:cubicBezTo>
                        <a:pt x="104849" y="144233"/>
                        <a:pt x="109258" y="140531"/>
                        <a:pt x="113462" y="135619"/>
                      </a:cubicBezTo>
                      <a:cubicBezTo>
                        <a:pt x="117667" y="130708"/>
                        <a:pt x="121108" y="124476"/>
                        <a:pt x="123787" y="116923"/>
                      </a:cubicBezTo>
                      <a:cubicBezTo>
                        <a:pt x="126466" y="109370"/>
                        <a:pt x="127806" y="101798"/>
                        <a:pt x="127806" y="94208"/>
                      </a:cubicBezTo>
                      <a:cubicBezTo>
                        <a:pt x="127806" y="84088"/>
                        <a:pt x="125294" y="76237"/>
                        <a:pt x="120271" y="70656"/>
                      </a:cubicBezTo>
                      <a:cubicBezTo>
                        <a:pt x="115248" y="65075"/>
                        <a:pt x="109128" y="62284"/>
                        <a:pt x="101910" y="6228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" name="Group 10"/>
            <p:cNvGrpSpPr/>
            <p:nvPr/>
          </p:nvGrpSpPr>
          <p:grpSpPr>
            <a:xfrm>
              <a:off x="6975055" y="1150839"/>
              <a:ext cx="4903907" cy="1343833"/>
              <a:chOff x="6975055" y="1150839"/>
              <a:chExt cx="4903907" cy="134383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975055" y="1150839"/>
                <a:ext cx="4903907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anose="020B0502020202020204"/>
                    <a:ea typeface="Verdana" panose="020B0604030504040204" pitchFamily="34" charset="0"/>
                    <a:cs typeface="Arial" panose="020B0604020202020204" pitchFamily="34" charset="0"/>
                  </a:rPr>
                  <a:t>Thank You</a:t>
                </a:r>
                <a:endPara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7241952" y="2318935"/>
                <a:ext cx="4325696" cy="175737"/>
                <a:chOff x="7241952" y="2435047"/>
                <a:chExt cx="4325696" cy="175737"/>
              </a:xfrm>
            </p:grpSpPr>
            <p:grpSp>
              <p:nvGrpSpPr>
                <p:cNvPr id="14" name="Group 13"/>
                <p:cNvGrpSpPr/>
                <p:nvPr userDrawn="1"/>
              </p:nvGrpSpPr>
              <p:grpSpPr>
                <a:xfrm rot="5400000">
                  <a:off x="7274392" y="2402607"/>
                  <a:ext cx="175737" cy="240617"/>
                  <a:chOff x="3932862" y="1261088"/>
                  <a:chExt cx="175737" cy="240617"/>
                </a:xfrm>
              </p:grpSpPr>
              <p:grpSp>
                <p:nvGrpSpPr>
                  <p:cNvPr id="16" name="Group 15"/>
                  <p:cNvGrpSpPr/>
                  <p:nvPr userDrawn="1"/>
                </p:nvGrpSpPr>
                <p:grpSpPr>
                  <a:xfrm>
                    <a:off x="3932862" y="1261088"/>
                    <a:ext cx="175737" cy="93822"/>
                    <a:chOff x="3929835" y="1261088"/>
                    <a:chExt cx="175737" cy="93822"/>
                  </a:xfrm>
                </p:grpSpPr>
                <p:cxnSp>
                  <p:nvCxnSpPr>
                    <p:cNvPr id="23" name="Straight Connector 22"/>
                    <p:cNvCxnSpPr/>
                    <p:nvPr userDrawn="1"/>
                  </p:nvCxnSpPr>
                  <p:spPr>
                    <a:xfrm rot="21360000" flipH="1">
                      <a:off x="3929835" y="1263470"/>
                      <a:ext cx="91440" cy="9144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/>
                    <p:cNvCxnSpPr/>
                    <p:nvPr userDrawn="1"/>
                  </p:nvCxnSpPr>
                  <p:spPr>
                    <a:xfrm rot="180000">
                      <a:off x="4014132" y="1261088"/>
                      <a:ext cx="91440" cy="9144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" name="Group 16"/>
                  <p:cNvGrpSpPr/>
                  <p:nvPr userDrawn="1"/>
                </p:nvGrpSpPr>
                <p:grpSpPr>
                  <a:xfrm>
                    <a:off x="3932862" y="1334486"/>
                    <a:ext cx="175737" cy="93822"/>
                    <a:chOff x="3929835" y="1261088"/>
                    <a:chExt cx="175737" cy="93822"/>
                  </a:xfrm>
                </p:grpSpPr>
                <p:cxnSp>
                  <p:nvCxnSpPr>
                    <p:cNvPr id="21" name="Straight Connector 20"/>
                    <p:cNvCxnSpPr/>
                    <p:nvPr userDrawn="1"/>
                  </p:nvCxnSpPr>
                  <p:spPr>
                    <a:xfrm rot="21360000" flipH="1">
                      <a:off x="3929835" y="1263470"/>
                      <a:ext cx="91440" cy="9144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/>
                    <p:cNvCxnSpPr/>
                    <p:nvPr userDrawn="1"/>
                  </p:nvCxnSpPr>
                  <p:spPr>
                    <a:xfrm rot="180000">
                      <a:off x="4014132" y="1261088"/>
                      <a:ext cx="91440" cy="9144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8" name="Group 17"/>
                  <p:cNvGrpSpPr/>
                  <p:nvPr userDrawn="1"/>
                </p:nvGrpSpPr>
                <p:grpSpPr>
                  <a:xfrm>
                    <a:off x="3932862" y="1407883"/>
                    <a:ext cx="175737" cy="93822"/>
                    <a:chOff x="3929835" y="1261088"/>
                    <a:chExt cx="175737" cy="93822"/>
                  </a:xfrm>
                </p:grpSpPr>
                <p:cxnSp>
                  <p:nvCxnSpPr>
                    <p:cNvPr id="19" name="Straight Connector 18"/>
                    <p:cNvCxnSpPr/>
                    <p:nvPr userDrawn="1"/>
                  </p:nvCxnSpPr>
                  <p:spPr>
                    <a:xfrm rot="21360000" flipH="1">
                      <a:off x="3929835" y="1263470"/>
                      <a:ext cx="91440" cy="9144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Connector 19"/>
                    <p:cNvCxnSpPr/>
                    <p:nvPr userDrawn="1"/>
                  </p:nvCxnSpPr>
                  <p:spPr>
                    <a:xfrm rot="180000">
                      <a:off x="4014132" y="1261088"/>
                      <a:ext cx="91440" cy="9144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5" name="Straight Connector 14"/>
                <p:cNvCxnSpPr/>
                <p:nvPr userDrawn="1"/>
              </p:nvCxnSpPr>
              <p:spPr>
                <a:xfrm>
                  <a:off x="7506262" y="2521778"/>
                  <a:ext cx="4061386" cy="7788"/>
                </a:xfrm>
                <a:prstGeom prst="line">
                  <a:avLst/>
                </a:prstGeom>
                <a:ln w="3175">
                  <a:solidFill>
                    <a:schemeClr val="tx2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5596772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Jeb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A3FF"/>
      </a:accent1>
      <a:accent2>
        <a:srgbClr val="00A3FF"/>
      </a:accent2>
      <a:accent3>
        <a:srgbClr val="00A3FF"/>
      </a:accent3>
      <a:accent4>
        <a:srgbClr val="00A3FF"/>
      </a:accent4>
      <a:accent5>
        <a:srgbClr val="00A3FF"/>
      </a:accent5>
      <a:accent6>
        <a:srgbClr val="00A3FF"/>
      </a:accent6>
      <a:hlink>
        <a:srgbClr val="00A3FF"/>
      </a:hlink>
      <a:folHlink>
        <a:srgbClr val="00A3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D_White_Plain">
  <a:themeElements>
    <a:clrScheme name="Jeb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A3FF"/>
      </a:accent1>
      <a:accent2>
        <a:srgbClr val="00A3FF"/>
      </a:accent2>
      <a:accent3>
        <a:srgbClr val="00A3FF"/>
      </a:accent3>
      <a:accent4>
        <a:srgbClr val="00A3FF"/>
      </a:accent4>
      <a:accent5>
        <a:srgbClr val="00A3FF"/>
      </a:accent5>
      <a:accent6>
        <a:srgbClr val="00A3FF"/>
      </a:accent6>
      <a:hlink>
        <a:srgbClr val="00A3FF"/>
      </a:hlink>
      <a:folHlink>
        <a:srgbClr val="00A3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RD_White_Plain">
  <a:themeElements>
    <a:clrScheme name="Jeb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A3FF"/>
      </a:accent1>
      <a:accent2>
        <a:srgbClr val="00A3FF"/>
      </a:accent2>
      <a:accent3>
        <a:srgbClr val="00A3FF"/>
      </a:accent3>
      <a:accent4>
        <a:srgbClr val="00A3FF"/>
      </a:accent4>
      <a:accent5>
        <a:srgbClr val="00A3FF"/>
      </a:accent5>
      <a:accent6>
        <a:srgbClr val="00A3FF"/>
      </a:accent6>
      <a:hlink>
        <a:srgbClr val="00A3FF"/>
      </a:hlink>
      <a:folHlink>
        <a:srgbClr val="00A3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0_RD_White_Pl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RD_White_Plain">
  <a:themeElements>
    <a:clrScheme name="Jeb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A3FF"/>
      </a:accent1>
      <a:accent2>
        <a:srgbClr val="00A3FF"/>
      </a:accent2>
      <a:accent3>
        <a:srgbClr val="00A3FF"/>
      </a:accent3>
      <a:accent4>
        <a:srgbClr val="00A3FF"/>
      </a:accent4>
      <a:accent5>
        <a:srgbClr val="00A3FF"/>
      </a:accent5>
      <a:accent6>
        <a:srgbClr val="00A3FF"/>
      </a:accent6>
      <a:hlink>
        <a:srgbClr val="00A3FF"/>
      </a:hlink>
      <a:folHlink>
        <a:srgbClr val="00A3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2_RD_White_Pla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RD_White_Pla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RD_White_Plain">
  <a:themeElements>
    <a:clrScheme name="Jeb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A3FF"/>
      </a:accent1>
      <a:accent2>
        <a:srgbClr val="00A3FF"/>
      </a:accent2>
      <a:accent3>
        <a:srgbClr val="00A3FF"/>
      </a:accent3>
      <a:accent4>
        <a:srgbClr val="00A3FF"/>
      </a:accent4>
      <a:accent5>
        <a:srgbClr val="00A3FF"/>
      </a:accent5>
      <a:accent6>
        <a:srgbClr val="00A3FF"/>
      </a:accent6>
      <a:hlink>
        <a:srgbClr val="00A3FF"/>
      </a:hlink>
      <a:folHlink>
        <a:srgbClr val="00A3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3_RD_White_Pl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4_RD_White_Pla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RD_White_Pla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RD_New1">
  <a:themeElements>
    <a:clrScheme name="Jeb1">
      <a:dk1>
        <a:srgbClr val="404040"/>
      </a:dk1>
      <a:lt1>
        <a:srgbClr val="FFFFFF"/>
      </a:lt1>
      <a:dk2>
        <a:srgbClr val="515151"/>
      </a:dk2>
      <a:lt2>
        <a:srgbClr val="E7E6E6"/>
      </a:lt2>
      <a:accent1>
        <a:srgbClr val="00A3FF"/>
      </a:accent1>
      <a:accent2>
        <a:srgbClr val="0001FE"/>
      </a:accent2>
      <a:accent3>
        <a:srgbClr val="1B509B"/>
      </a:accent3>
      <a:accent4>
        <a:srgbClr val="008675"/>
      </a:accent4>
      <a:accent5>
        <a:srgbClr val="60D0AC"/>
      </a:accent5>
      <a:accent6>
        <a:srgbClr val="7EDB56"/>
      </a:accent6>
      <a:hlink>
        <a:srgbClr val="0001FE"/>
      </a:hlink>
      <a:folHlink>
        <a:srgbClr val="386DB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Wisp">
  <a:themeElements>
    <a:clrScheme name="Custom 3">
      <a:dk1>
        <a:srgbClr val="000000"/>
      </a:dk1>
      <a:lt1>
        <a:sysClr val="window" lastClr="FFFFFF"/>
      </a:lt1>
      <a:dk2>
        <a:srgbClr val="003297"/>
      </a:dk2>
      <a:lt2>
        <a:srgbClr val="FEFCF7"/>
      </a:lt2>
      <a:accent1>
        <a:srgbClr val="FF0000"/>
      </a:accent1>
      <a:accent2>
        <a:srgbClr val="2F75FF"/>
      </a:accent2>
      <a:accent3>
        <a:srgbClr val="FFFF00"/>
      </a:accent3>
      <a:accent4>
        <a:srgbClr val="002060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14.xml><?xml version="1.0" encoding="utf-8"?>
<a:theme xmlns:a="http://schemas.openxmlformats.org/drawingml/2006/main" name="15_RD_White_Pla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3_RD-White1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12494</TotalTime>
  <Words>1224</Words>
  <Application>Microsoft Office PowerPoint</Application>
  <PresentationFormat>Widescreen</PresentationFormat>
  <Paragraphs>196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10</vt:i4>
      </vt:variant>
    </vt:vector>
  </HeadingPairs>
  <TitlesOfParts>
    <vt:vector size="33" baseType="lpstr">
      <vt:lpstr>Aptos</vt:lpstr>
      <vt:lpstr>Arial</vt:lpstr>
      <vt:lpstr>Calibri</vt:lpstr>
      <vt:lpstr>Century Gothic</vt:lpstr>
      <vt:lpstr>Tahoma</vt:lpstr>
      <vt:lpstr>Trebuchet MS</vt:lpstr>
      <vt:lpstr>Wingdings</vt:lpstr>
      <vt:lpstr>Wingdings 3</vt:lpstr>
      <vt:lpstr>Office Theme</vt:lpstr>
      <vt:lpstr>RD_White_Plain</vt:lpstr>
      <vt:lpstr>9_RD_White_Plain</vt:lpstr>
      <vt:lpstr>10_RD_White_Plain</vt:lpstr>
      <vt:lpstr>11_RD_White_Plain</vt:lpstr>
      <vt:lpstr>12_RD_White_Plain</vt:lpstr>
      <vt:lpstr>1_RD_White_Plain</vt:lpstr>
      <vt:lpstr>7_RD_White_Plain</vt:lpstr>
      <vt:lpstr>13_RD_White_Plain</vt:lpstr>
      <vt:lpstr>14_RD_White_Plain</vt:lpstr>
      <vt:lpstr>6_RD_White_Plain</vt:lpstr>
      <vt:lpstr>RD_New1</vt:lpstr>
      <vt:lpstr>Wisp</vt:lpstr>
      <vt:lpstr>15_RD_White_Plain</vt:lpstr>
      <vt:lpstr>3_RD-White1</vt:lpstr>
      <vt:lpstr>Tasreeh PO Approval System  Proof of Concept (POC)</vt:lpstr>
      <vt:lpstr>PowerPoint Presentation</vt:lpstr>
      <vt:lpstr>Architecture</vt:lpstr>
      <vt:lpstr>Technology &amp; Dependency Modules</vt:lpstr>
      <vt:lpstr>Technology &amp; Dependency Modules</vt:lpstr>
      <vt:lpstr>Evaluation Criteria- Compliance Matrix</vt:lpstr>
      <vt:lpstr>Bonus Points - Compliance Matrix</vt:lpstr>
      <vt:lpstr>Bonus Points - Compliance Matrix</vt:lpstr>
      <vt:lpstr>Deliverables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 in Big Data and Mendix Outsourcing &amp; Implementation</dc:title>
  <dc:creator>Aysha Begum</dc:creator>
  <cp:lastModifiedBy>Raja Mohanasundaram</cp:lastModifiedBy>
  <cp:revision>79</cp:revision>
  <dcterms:created xsi:type="dcterms:W3CDTF">2025-10-14T05:34:31Z</dcterms:created>
  <dcterms:modified xsi:type="dcterms:W3CDTF">2026-02-22T09:33:56Z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2025-10-14T00:00:00Z</vt:filetime>
  </property>
  <property fmtid="{D5CDD505-2E9C-101B-9397-08002B2CF9AE}" pid="5" name="Producer">
    <vt:lpwstr>Microsoft® PowerPoint® LTSC</vt:lpwstr>
  </property>
</Properties>
</file>